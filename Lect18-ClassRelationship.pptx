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300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00C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300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00C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300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300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858000" y="1417637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1828800" y="0"/>
                </a:moveTo>
                <a:lnTo>
                  <a:pt x="0" y="0"/>
                </a:lnTo>
                <a:lnTo>
                  <a:pt x="0" y="182562"/>
                </a:lnTo>
                <a:lnTo>
                  <a:pt x="1828800" y="182562"/>
                </a:lnTo>
                <a:lnTo>
                  <a:pt x="1828800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81000" y="1493901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 h="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65024"/>
            <a:ext cx="8561374" cy="12260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300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625853"/>
            <a:ext cx="7919720" cy="273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00C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8763000" cy="5943600"/>
            <a:chOff x="0" y="0"/>
            <a:chExt cx="8763000" cy="59436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1752600" cy="4876800"/>
            </a:xfrm>
            <a:custGeom>
              <a:avLst/>
              <a:gdLst/>
              <a:ahLst/>
              <a:cxnLst/>
              <a:rect l="l" t="t" r="r" b="b"/>
              <a:pathLst>
                <a:path w="1752600" h="4876800">
                  <a:moveTo>
                    <a:pt x="1752600" y="0"/>
                  </a:moveTo>
                  <a:lnTo>
                    <a:pt x="0" y="0"/>
                  </a:lnTo>
                  <a:lnTo>
                    <a:pt x="0" y="4876800"/>
                  </a:lnTo>
                  <a:lnTo>
                    <a:pt x="1752600" y="48768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90600" y="3505200"/>
              <a:ext cx="7772400" cy="2438400"/>
            </a:xfrm>
            <a:custGeom>
              <a:avLst/>
              <a:gdLst/>
              <a:ahLst/>
              <a:cxnLst/>
              <a:rect l="l" t="t" r="r" b="b"/>
              <a:pathLst>
                <a:path w="7772400" h="2438400">
                  <a:moveTo>
                    <a:pt x="7772400" y="0"/>
                  </a:moveTo>
                  <a:lnTo>
                    <a:pt x="0" y="0"/>
                  </a:lnTo>
                  <a:lnTo>
                    <a:pt x="0" y="2438400"/>
                  </a:lnTo>
                  <a:lnTo>
                    <a:pt x="7772400" y="24384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33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48768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 h="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5080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73800" y="533400"/>
              <a:ext cx="2438400" cy="304800"/>
            </a:xfrm>
            <a:custGeom>
              <a:avLst/>
              <a:gdLst/>
              <a:ahLst/>
              <a:cxnLst/>
              <a:rect l="l" t="t" r="r" b="b"/>
              <a:pathLst>
                <a:path w="2438400" h="304800">
                  <a:moveTo>
                    <a:pt x="2438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438400" y="30480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5000" y="6858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 h="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4445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963417" y="1836496"/>
            <a:ext cx="481901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>
                <a:latin typeface="Times New Roman"/>
                <a:cs typeface="Times New Roman"/>
              </a:rPr>
              <a:t>Class</a:t>
            </a:r>
            <a:r>
              <a:rPr dirty="0" sz="4800" spc="-25" b="0">
                <a:latin typeface="Times New Roman"/>
                <a:cs typeface="Times New Roman"/>
              </a:rPr>
              <a:t> </a:t>
            </a:r>
            <a:r>
              <a:rPr dirty="0" sz="4800" spc="-10" b="0">
                <a:latin typeface="Times New Roman"/>
                <a:cs typeface="Times New Roman"/>
              </a:rPr>
              <a:t>Relationships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38225" y="3733736"/>
            <a:ext cx="7648575" cy="2138680"/>
          </a:xfrm>
          <a:prstGeom prst="rect">
            <a:avLst/>
          </a:prstGeom>
          <a:solidFill>
            <a:srgbClr val="FFFFE0"/>
          </a:solidFill>
        </p:spPr>
        <p:txBody>
          <a:bodyPr wrap="square" lIns="0" tIns="563880" rIns="0" bIns="0" rtlCol="0" vert="horz">
            <a:spAutoFit/>
          </a:bodyPr>
          <a:lstStyle/>
          <a:p>
            <a:pPr algn="ctr" marR="117475">
              <a:lnSpc>
                <a:spcPct val="100000"/>
              </a:lnSpc>
              <a:spcBef>
                <a:spcPts val="4440"/>
              </a:spcBef>
            </a:pPr>
            <a:r>
              <a:rPr dirty="0" sz="4000">
                <a:latin typeface="Arial"/>
                <a:cs typeface="Arial"/>
              </a:rPr>
              <a:t>Lecture</a:t>
            </a:r>
            <a:r>
              <a:rPr dirty="0" sz="4000" spc="-17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18</a:t>
            </a:r>
            <a:endParaRPr sz="4000">
              <a:latin typeface="Arial"/>
              <a:cs typeface="Arial"/>
            </a:endParaRPr>
          </a:p>
          <a:p>
            <a:pPr algn="ctr" marR="117475">
              <a:lnSpc>
                <a:spcPct val="100000"/>
              </a:lnSpc>
              <a:spcBef>
                <a:spcPts val="459"/>
              </a:spcBef>
            </a:pP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Slides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Dr.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Norazah</a:t>
            </a:r>
            <a:r>
              <a:rPr dirty="0" sz="1600" spc="-20">
                <a:latin typeface="Arial"/>
                <a:cs typeface="Arial"/>
              </a:rPr>
              <a:t> Yusof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677926"/>
            <a:ext cx="6579234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30880" algn="l"/>
              </a:tabLst>
            </a:pPr>
            <a:r>
              <a:rPr dirty="0" spc="-10"/>
              <a:t>Relationships</a:t>
            </a:r>
            <a:r>
              <a:rPr dirty="0"/>
              <a:t>	among</a:t>
            </a:r>
            <a:r>
              <a:rPr dirty="0" spc="-120"/>
              <a:t> </a:t>
            </a:r>
            <a:r>
              <a:rPr dirty="0" spc="-10"/>
              <a:t>Classes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93444" y="1670120"/>
            <a:ext cx="2695575" cy="258635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Clr>
                <a:srgbClr val="B1B1B1"/>
              </a:buClr>
              <a:buSzPct val="90000"/>
              <a:buFont typeface="Wingdings"/>
              <a:buChar char=""/>
              <a:tabLst>
                <a:tab pos="354965" algn="l"/>
              </a:tabLst>
            </a:pPr>
            <a:r>
              <a:rPr dirty="0" sz="3000" spc="-10" b="1">
                <a:latin typeface="Arial"/>
                <a:cs typeface="Arial"/>
              </a:rPr>
              <a:t>Association</a:t>
            </a:r>
            <a:endParaRPr sz="3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1B1B1"/>
              </a:buClr>
              <a:buSzPct val="90000"/>
              <a:buFont typeface="Wingdings"/>
              <a:buChar char=""/>
              <a:tabLst>
                <a:tab pos="354965" algn="l"/>
              </a:tabLst>
            </a:pPr>
            <a:r>
              <a:rPr dirty="0" sz="3000" spc="-10" b="1">
                <a:latin typeface="Arial"/>
                <a:cs typeface="Arial"/>
              </a:rPr>
              <a:t>Aggregation</a:t>
            </a:r>
            <a:endParaRPr sz="3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1B1B1"/>
              </a:buClr>
              <a:buSzPct val="90000"/>
              <a:buFont typeface="Wingdings"/>
              <a:buChar char=""/>
              <a:tabLst>
                <a:tab pos="354965" algn="l"/>
              </a:tabLst>
            </a:pPr>
            <a:r>
              <a:rPr dirty="0" sz="3000" spc="-10" b="1">
                <a:latin typeface="Arial"/>
                <a:cs typeface="Arial"/>
              </a:rPr>
              <a:t>Composition</a:t>
            </a:r>
            <a:endParaRPr sz="3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lr>
                <a:srgbClr val="B1B1B1"/>
              </a:buClr>
              <a:buSzPct val="90000"/>
              <a:buFont typeface="Wingdings"/>
              <a:buChar char=""/>
              <a:tabLst>
                <a:tab pos="354965" algn="l"/>
              </a:tabLst>
            </a:pPr>
            <a:r>
              <a:rPr dirty="0" sz="3000" spc="-10" b="1">
                <a:latin typeface="Arial"/>
                <a:cs typeface="Arial"/>
              </a:rPr>
              <a:t>Inheritance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3581400"/>
            <a:ext cx="548005" cy="1295400"/>
          </a:xfrm>
          <a:custGeom>
            <a:avLst/>
            <a:gdLst/>
            <a:ahLst/>
            <a:cxnLst/>
            <a:rect l="l" t="t" r="r" b="b"/>
            <a:pathLst>
              <a:path w="548005" h="1295400">
                <a:moveTo>
                  <a:pt x="0" y="1295400"/>
                </a:moveTo>
                <a:lnTo>
                  <a:pt x="547643" y="1295400"/>
                </a:lnTo>
                <a:lnTo>
                  <a:pt x="547643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685800" cy="2330450"/>
            <a:chOff x="0" y="0"/>
            <a:chExt cx="685800" cy="2330450"/>
          </a:xfrm>
        </p:grpSpPr>
        <p:sp>
          <p:nvSpPr>
            <p:cNvPr id="5" name="object 5" descr=""/>
            <p:cNvSpPr/>
            <p:nvPr/>
          </p:nvSpPr>
          <p:spPr>
            <a:xfrm>
              <a:off x="0" y="0"/>
              <a:ext cx="609600" cy="2330450"/>
            </a:xfrm>
            <a:custGeom>
              <a:avLst/>
              <a:gdLst/>
              <a:ahLst/>
              <a:cxnLst/>
              <a:rect l="l" t="t" r="r" b="b"/>
              <a:pathLst>
                <a:path w="609600" h="2330450">
                  <a:moveTo>
                    <a:pt x="0" y="2330450"/>
                  </a:moveTo>
                  <a:lnTo>
                    <a:pt x="609600" y="233045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233045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149390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905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0" y="2330450"/>
            <a:ext cx="8763000" cy="2568575"/>
            <a:chOff x="0" y="2330450"/>
            <a:chExt cx="8763000" cy="2568575"/>
          </a:xfrm>
        </p:grpSpPr>
        <p:sp>
          <p:nvSpPr>
            <p:cNvPr id="8" name="object 8" descr=""/>
            <p:cNvSpPr/>
            <p:nvPr/>
          </p:nvSpPr>
          <p:spPr>
            <a:xfrm>
              <a:off x="0" y="4854575"/>
              <a:ext cx="548005" cy="44450"/>
            </a:xfrm>
            <a:custGeom>
              <a:avLst/>
              <a:gdLst/>
              <a:ahLst/>
              <a:cxnLst/>
              <a:rect l="l" t="t" r="r" b="b"/>
              <a:pathLst>
                <a:path w="548005" h="44450">
                  <a:moveTo>
                    <a:pt x="0" y="44450"/>
                  </a:moveTo>
                  <a:lnTo>
                    <a:pt x="547643" y="44450"/>
                  </a:lnTo>
                  <a:lnTo>
                    <a:pt x="547643" y="0"/>
                  </a:lnTo>
                  <a:lnTo>
                    <a:pt x="0" y="0"/>
                  </a:lnTo>
                  <a:lnTo>
                    <a:pt x="0" y="44450"/>
                  </a:lnTo>
                  <a:close/>
                </a:path>
              </a:pathLst>
            </a:custGeom>
            <a:solidFill>
              <a:srgbClr val="33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2330450"/>
              <a:ext cx="8763000" cy="1250950"/>
            </a:xfrm>
            <a:custGeom>
              <a:avLst/>
              <a:gdLst/>
              <a:ahLst/>
              <a:cxnLst/>
              <a:rect l="l" t="t" r="r" b="b"/>
              <a:pathLst>
                <a:path w="8763000" h="1250950">
                  <a:moveTo>
                    <a:pt x="8763000" y="0"/>
                  </a:moveTo>
                  <a:lnTo>
                    <a:pt x="0" y="0"/>
                  </a:lnTo>
                  <a:lnTo>
                    <a:pt x="0" y="1250950"/>
                  </a:lnTo>
                  <a:lnTo>
                    <a:pt x="8763000" y="125095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423433" y="2530766"/>
              <a:ext cx="519430" cy="400685"/>
            </a:xfrm>
            <a:custGeom>
              <a:avLst/>
              <a:gdLst/>
              <a:ahLst/>
              <a:cxnLst/>
              <a:rect l="l" t="t" r="r" b="b"/>
              <a:pathLst>
                <a:path w="519430" h="400685">
                  <a:moveTo>
                    <a:pt x="519156" y="0"/>
                  </a:moveTo>
                  <a:lnTo>
                    <a:pt x="0" y="0"/>
                  </a:lnTo>
                  <a:lnTo>
                    <a:pt x="0" y="400618"/>
                  </a:lnTo>
                  <a:lnTo>
                    <a:pt x="519156" y="400618"/>
                  </a:lnTo>
                  <a:lnTo>
                    <a:pt x="5191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23433" y="2530766"/>
              <a:ext cx="519430" cy="400685"/>
            </a:xfrm>
            <a:custGeom>
              <a:avLst/>
              <a:gdLst/>
              <a:ahLst/>
              <a:cxnLst/>
              <a:rect l="l" t="t" r="r" b="b"/>
              <a:pathLst>
                <a:path w="519430" h="400685">
                  <a:moveTo>
                    <a:pt x="0" y="400618"/>
                  </a:moveTo>
                  <a:lnTo>
                    <a:pt x="519156" y="400618"/>
                  </a:lnTo>
                  <a:lnTo>
                    <a:pt x="519156" y="0"/>
                  </a:lnTo>
                  <a:lnTo>
                    <a:pt x="0" y="0"/>
                  </a:lnTo>
                  <a:lnTo>
                    <a:pt x="0" y="400618"/>
                  </a:lnTo>
                  <a:close/>
                </a:path>
              </a:pathLst>
            </a:custGeom>
            <a:ln w="190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4501" y="2659292"/>
              <a:ext cx="191097" cy="17072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538900" y="2530766"/>
              <a:ext cx="519430" cy="400685"/>
            </a:xfrm>
            <a:custGeom>
              <a:avLst/>
              <a:gdLst/>
              <a:ahLst/>
              <a:cxnLst/>
              <a:rect l="l" t="t" r="r" b="b"/>
              <a:pathLst>
                <a:path w="519429" h="400685">
                  <a:moveTo>
                    <a:pt x="519156" y="0"/>
                  </a:moveTo>
                  <a:lnTo>
                    <a:pt x="0" y="0"/>
                  </a:lnTo>
                  <a:lnTo>
                    <a:pt x="0" y="400618"/>
                  </a:lnTo>
                  <a:lnTo>
                    <a:pt x="519156" y="400618"/>
                  </a:lnTo>
                  <a:lnTo>
                    <a:pt x="5191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38900" y="2530766"/>
              <a:ext cx="519430" cy="400685"/>
            </a:xfrm>
            <a:custGeom>
              <a:avLst/>
              <a:gdLst/>
              <a:ahLst/>
              <a:cxnLst/>
              <a:rect l="l" t="t" r="r" b="b"/>
              <a:pathLst>
                <a:path w="519429" h="400685">
                  <a:moveTo>
                    <a:pt x="0" y="400618"/>
                  </a:moveTo>
                  <a:lnTo>
                    <a:pt x="519156" y="400618"/>
                  </a:lnTo>
                  <a:lnTo>
                    <a:pt x="519156" y="0"/>
                  </a:lnTo>
                  <a:lnTo>
                    <a:pt x="0" y="0"/>
                  </a:lnTo>
                  <a:lnTo>
                    <a:pt x="0" y="400618"/>
                  </a:lnTo>
                  <a:close/>
                </a:path>
              </a:pathLst>
            </a:custGeom>
            <a:ln w="1901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64540" y="106171"/>
            <a:ext cx="254444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Times New Roman"/>
                <a:cs typeface="Times New Roman"/>
              </a:rPr>
              <a:t>Association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685800" y="1219200"/>
            <a:ext cx="8153400" cy="914400"/>
          </a:xfrm>
          <a:prstGeom prst="rect">
            <a:avLst/>
          </a:prstGeom>
          <a:solidFill>
            <a:srgbClr val="FFFFCC"/>
          </a:solidFill>
        </p:spPr>
        <p:txBody>
          <a:bodyPr wrap="square" lIns="0" tIns="38735" rIns="0" bIns="0" rtlCol="0" vert="horz">
            <a:spAutoFit/>
          </a:bodyPr>
          <a:lstStyle/>
          <a:p>
            <a:pPr marL="91440" marR="266065" indent="176530">
              <a:lnSpc>
                <a:spcPts val="3600"/>
              </a:lnSpc>
              <a:spcBef>
                <a:spcPts val="305"/>
              </a:spcBef>
            </a:pPr>
            <a:r>
              <a:rPr dirty="0" sz="2400" b="1" i="1">
                <a:solidFill>
                  <a:srgbClr val="0000CC"/>
                </a:solidFill>
                <a:latin typeface="Arial"/>
                <a:cs typeface="Arial"/>
              </a:rPr>
              <a:t>Association</a:t>
            </a:r>
            <a:r>
              <a:rPr dirty="0" sz="2400" spc="-80" b="1" i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represents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general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binary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relationship </a:t>
            </a:r>
            <a:r>
              <a:rPr dirty="0" sz="2400" b="1">
                <a:latin typeface="Arial"/>
                <a:cs typeface="Arial"/>
              </a:rPr>
              <a:t>that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describes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an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activity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between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two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classes.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798636" y="2721727"/>
            <a:ext cx="191770" cy="219075"/>
            <a:chOff x="3798636" y="2721727"/>
            <a:chExt cx="191770" cy="219075"/>
          </a:xfrm>
        </p:grpSpPr>
        <p:sp>
          <p:nvSpPr>
            <p:cNvPr id="19" name="object 19" descr=""/>
            <p:cNvSpPr/>
            <p:nvPr/>
          </p:nvSpPr>
          <p:spPr>
            <a:xfrm>
              <a:off x="3807979" y="2731070"/>
              <a:ext cx="173355" cy="200660"/>
            </a:xfrm>
            <a:custGeom>
              <a:avLst/>
              <a:gdLst/>
              <a:ahLst/>
              <a:cxnLst/>
              <a:rect l="l" t="t" r="r" b="b"/>
              <a:pathLst>
                <a:path w="173354" h="200660">
                  <a:moveTo>
                    <a:pt x="172855" y="0"/>
                  </a:moveTo>
                  <a:lnTo>
                    <a:pt x="0" y="0"/>
                  </a:lnTo>
                  <a:lnTo>
                    <a:pt x="0" y="200314"/>
                  </a:lnTo>
                  <a:lnTo>
                    <a:pt x="172855" y="200314"/>
                  </a:lnTo>
                  <a:lnTo>
                    <a:pt x="172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07979" y="2731070"/>
              <a:ext cx="173355" cy="200660"/>
            </a:xfrm>
            <a:custGeom>
              <a:avLst/>
              <a:gdLst/>
              <a:ahLst/>
              <a:cxnLst/>
              <a:rect l="l" t="t" r="r" b="b"/>
              <a:pathLst>
                <a:path w="173354" h="200660">
                  <a:moveTo>
                    <a:pt x="0" y="200314"/>
                  </a:moveTo>
                  <a:lnTo>
                    <a:pt x="172855" y="200314"/>
                  </a:lnTo>
                  <a:lnTo>
                    <a:pt x="172855" y="0"/>
                  </a:lnTo>
                  <a:lnTo>
                    <a:pt x="0" y="0"/>
                  </a:lnTo>
                  <a:lnTo>
                    <a:pt x="0" y="200314"/>
                  </a:lnTo>
                  <a:close/>
                </a:path>
              </a:pathLst>
            </a:custGeom>
            <a:ln w="1853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419590" y="2511424"/>
            <a:ext cx="361124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28010" algn="l"/>
              </a:tabLst>
            </a:pPr>
            <a:r>
              <a:rPr dirty="0" sz="1750" spc="-20">
                <a:latin typeface="Times New Roman"/>
                <a:cs typeface="Times New Roman"/>
              </a:rPr>
              <a:t>Take</a:t>
            </a:r>
            <a:r>
              <a:rPr dirty="0" sz="1750">
                <a:latin typeface="Times New Roman"/>
                <a:cs typeface="Times New Roman"/>
              </a:rPr>
              <a:t>	</a:t>
            </a:r>
            <a:r>
              <a:rPr dirty="0" sz="1750" spc="-110">
                <a:latin typeface="Times New Roman"/>
                <a:cs typeface="Times New Roman"/>
              </a:rPr>
              <a:t>Teach</a:t>
            </a:r>
            <a:endParaRPr sz="1750">
              <a:latin typeface="Times New Roman"/>
              <a:cs typeface="Times New Roman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4662" y="2659292"/>
            <a:ext cx="188225" cy="170727"/>
          </a:xfrm>
          <a:prstGeom prst="rect">
            <a:avLst/>
          </a:prstGeom>
        </p:spPr>
      </p:pic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682757" y="2721235"/>
          <a:ext cx="7538720" cy="400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225"/>
                <a:gridCol w="346075"/>
                <a:gridCol w="1903095"/>
                <a:gridCol w="1038225"/>
                <a:gridCol w="345439"/>
                <a:gridCol w="1210310"/>
                <a:gridCol w="345439"/>
                <a:gridCol w="172720"/>
                <a:gridCol w="1037589"/>
              </a:tblGrid>
              <a:tr h="200025">
                <a:tc rowSpan="2">
                  <a:txBody>
                    <a:bodyPr/>
                    <a:lstStyle/>
                    <a:p>
                      <a:pPr marL="152400">
                        <a:lnSpc>
                          <a:spcPts val="2530"/>
                        </a:lnSpc>
                      </a:pPr>
                      <a:r>
                        <a:rPr dirty="0" sz="2150" spc="-10">
                          <a:latin typeface="Times New Roman"/>
                          <a:cs typeface="Times New Roman"/>
                        </a:rPr>
                        <a:t>Student</a:t>
                      </a:r>
                      <a:endParaRPr sz="2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475"/>
                        </a:lnSpc>
                      </a:pPr>
                      <a:r>
                        <a:rPr dirty="0" sz="1300" spc="-10">
                          <a:latin typeface="Times New Roman"/>
                          <a:cs typeface="Times New Roman"/>
                        </a:rPr>
                        <a:t>5..60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475"/>
                        </a:lnSpc>
                      </a:pPr>
                      <a:r>
                        <a:rPr dirty="0" sz="2150" spc="-50">
                          <a:latin typeface="Times New Roman"/>
                          <a:cs typeface="Times New Roman"/>
                        </a:rPr>
                        <a:t>*</a:t>
                      </a:r>
                      <a:endParaRPr sz="2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070">
                        <a:lnSpc>
                          <a:spcPts val="2530"/>
                        </a:lnSpc>
                      </a:pPr>
                      <a:r>
                        <a:rPr dirty="0" sz="2150" spc="-10">
                          <a:latin typeface="Times New Roman"/>
                          <a:cs typeface="Times New Roman"/>
                        </a:rPr>
                        <a:t>Course</a:t>
                      </a:r>
                      <a:endParaRPr sz="2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475"/>
                        </a:lnSpc>
                      </a:pPr>
                      <a:r>
                        <a:rPr dirty="0" sz="1300" spc="-20">
                          <a:latin typeface="Times New Roman"/>
                          <a:cs typeface="Times New Roman"/>
                        </a:rPr>
                        <a:t>0..3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475"/>
                        </a:lnSpc>
                      </a:pPr>
                      <a:r>
                        <a:rPr dirty="0" sz="13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58115">
                        <a:lnSpc>
                          <a:spcPts val="2530"/>
                        </a:lnSpc>
                      </a:pPr>
                      <a:r>
                        <a:rPr dirty="0" sz="2150" spc="-10">
                          <a:latin typeface="Times New Roman"/>
                          <a:cs typeface="Times New Roman"/>
                        </a:rPr>
                        <a:t>Faculty</a:t>
                      </a:r>
                      <a:endParaRPr sz="2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00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255">
                        <a:lnSpc>
                          <a:spcPts val="1475"/>
                        </a:lnSpc>
                      </a:pPr>
                      <a:r>
                        <a:rPr dirty="0" sz="1300" spc="-40">
                          <a:latin typeface="Times New Roman"/>
                          <a:cs typeface="Times New Roman"/>
                        </a:rPr>
                        <a:t>Teacher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object 24" descr=""/>
          <p:cNvGrpSpPr/>
          <p:nvPr/>
        </p:nvGrpSpPr>
        <p:grpSpPr>
          <a:xfrm>
            <a:off x="540658" y="3436249"/>
            <a:ext cx="2308225" cy="2252345"/>
            <a:chOff x="540658" y="3436249"/>
            <a:chExt cx="2308225" cy="2252345"/>
          </a:xfrm>
        </p:grpSpPr>
        <p:sp>
          <p:nvSpPr>
            <p:cNvPr id="25" name="object 25" descr=""/>
            <p:cNvSpPr/>
            <p:nvPr/>
          </p:nvSpPr>
          <p:spPr>
            <a:xfrm>
              <a:off x="547643" y="3443234"/>
              <a:ext cx="2294255" cy="2238375"/>
            </a:xfrm>
            <a:custGeom>
              <a:avLst/>
              <a:gdLst/>
              <a:ahLst/>
              <a:cxnLst/>
              <a:rect l="l" t="t" r="r" b="b"/>
              <a:pathLst>
                <a:path w="2294255" h="2238375">
                  <a:moveTo>
                    <a:pt x="2294069" y="0"/>
                  </a:moveTo>
                  <a:lnTo>
                    <a:pt x="0" y="0"/>
                  </a:lnTo>
                  <a:lnTo>
                    <a:pt x="0" y="2238195"/>
                  </a:lnTo>
                  <a:lnTo>
                    <a:pt x="2294069" y="2238195"/>
                  </a:lnTo>
                  <a:lnTo>
                    <a:pt x="22940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47643" y="3443234"/>
              <a:ext cx="2294255" cy="2238375"/>
            </a:xfrm>
            <a:custGeom>
              <a:avLst/>
              <a:gdLst/>
              <a:ahLst/>
              <a:cxnLst/>
              <a:rect l="l" t="t" r="r" b="b"/>
              <a:pathLst>
                <a:path w="2294255" h="2238375">
                  <a:moveTo>
                    <a:pt x="0" y="2238195"/>
                  </a:moveTo>
                  <a:lnTo>
                    <a:pt x="2294069" y="2238195"/>
                  </a:lnTo>
                  <a:lnTo>
                    <a:pt x="2294069" y="0"/>
                  </a:lnTo>
                  <a:lnTo>
                    <a:pt x="0" y="0"/>
                  </a:lnTo>
                  <a:lnTo>
                    <a:pt x="0" y="2238195"/>
                  </a:lnTo>
                  <a:close/>
                </a:path>
              </a:pathLst>
            </a:custGeom>
            <a:ln w="13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77727" y="3539718"/>
            <a:ext cx="20167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dirty="0" sz="1200" spc="-11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1200" spc="-11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Student</a:t>
            </a:r>
            <a:r>
              <a:rPr dirty="0" sz="1200" spc="-11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5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58613" y="3766271"/>
            <a:ext cx="165353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fields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62000" y="3962400"/>
            <a:ext cx="1676400" cy="304800"/>
          </a:xfrm>
          <a:prstGeom prst="rect">
            <a:avLst/>
          </a:prstGeom>
          <a:ln w="28575">
            <a:solidFill>
              <a:srgbClr val="008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295"/>
              </a:spcBef>
            </a:pPr>
            <a:r>
              <a:rPr dirty="0" sz="1200" b="1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dirty="0" sz="1200" spc="-1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Course[]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39499" y="4214809"/>
            <a:ext cx="10204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courseList;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58613" y="4627438"/>
            <a:ext cx="1744345" cy="4787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8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ourier New"/>
                <a:cs typeface="Courier New"/>
              </a:rPr>
              <a:t>Constructors</a:t>
            </a:r>
            <a:r>
              <a:rPr dirty="0" sz="1200" spc="-8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3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Methods</a:t>
            </a:r>
            <a:r>
              <a:rPr dirty="0" sz="120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77727" y="5125159"/>
            <a:ext cx="1174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111259" y="3436249"/>
            <a:ext cx="2557780" cy="2252345"/>
            <a:chOff x="3111259" y="3436249"/>
            <a:chExt cx="2557780" cy="2252345"/>
          </a:xfrm>
        </p:grpSpPr>
        <p:sp>
          <p:nvSpPr>
            <p:cNvPr id="34" name="object 34" descr=""/>
            <p:cNvSpPr/>
            <p:nvPr/>
          </p:nvSpPr>
          <p:spPr>
            <a:xfrm>
              <a:off x="3118244" y="3443234"/>
              <a:ext cx="2543810" cy="2238375"/>
            </a:xfrm>
            <a:custGeom>
              <a:avLst/>
              <a:gdLst/>
              <a:ahLst/>
              <a:cxnLst/>
              <a:rect l="l" t="t" r="r" b="b"/>
              <a:pathLst>
                <a:path w="2543810" h="2238375">
                  <a:moveTo>
                    <a:pt x="2543424" y="0"/>
                  </a:moveTo>
                  <a:lnTo>
                    <a:pt x="0" y="0"/>
                  </a:lnTo>
                  <a:lnTo>
                    <a:pt x="0" y="2238195"/>
                  </a:lnTo>
                  <a:lnTo>
                    <a:pt x="2543424" y="2238195"/>
                  </a:lnTo>
                  <a:lnTo>
                    <a:pt x="2543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118244" y="3443234"/>
              <a:ext cx="2543810" cy="2238375"/>
            </a:xfrm>
            <a:custGeom>
              <a:avLst/>
              <a:gdLst/>
              <a:ahLst/>
              <a:cxnLst/>
              <a:rect l="l" t="t" r="r" b="b"/>
              <a:pathLst>
                <a:path w="2543810" h="2238375">
                  <a:moveTo>
                    <a:pt x="0" y="2238195"/>
                  </a:moveTo>
                  <a:lnTo>
                    <a:pt x="2543424" y="2238195"/>
                  </a:lnTo>
                  <a:lnTo>
                    <a:pt x="2543424" y="0"/>
                  </a:lnTo>
                  <a:lnTo>
                    <a:pt x="0" y="0"/>
                  </a:lnTo>
                  <a:lnTo>
                    <a:pt x="0" y="2238195"/>
                  </a:lnTo>
                  <a:close/>
                </a:path>
              </a:pathLst>
            </a:custGeom>
            <a:ln w="137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248195" y="3539718"/>
            <a:ext cx="19259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dirty="0" sz="1200" spc="-11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1200" spc="-11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Course</a:t>
            </a:r>
            <a:r>
              <a:rPr dirty="0" sz="120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5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429081" y="3766271"/>
            <a:ext cx="165353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fields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352800" y="3962400"/>
            <a:ext cx="2209800" cy="304800"/>
          </a:xfrm>
          <a:prstGeom prst="rect">
            <a:avLst/>
          </a:prstGeom>
          <a:ln w="28575">
            <a:solidFill>
              <a:srgbClr val="008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95"/>
              </a:spcBef>
            </a:pPr>
            <a:r>
              <a:rPr dirty="0" sz="1200" b="1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dirty="0" sz="1200" spc="-1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Student[]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610466" y="4214809"/>
            <a:ext cx="9302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classList;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352800" y="4419600"/>
            <a:ext cx="2209800" cy="304800"/>
          </a:xfrm>
          <a:prstGeom prst="rect">
            <a:avLst/>
          </a:prstGeom>
          <a:ln w="28575">
            <a:solidFill>
              <a:srgbClr val="008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260"/>
              </a:spcBef>
            </a:pPr>
            <a:r>
              <a:rPr dirty="0" sz="1200" b="1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dirty="0" sz="1200" spc="-1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ourier New"/>
                <a:cs typeface="Courier New"/>
              </a:rPr>
              <a:t>Faculty</a:t>
            </a:r>
            <a:r>
              <a:rPr dirty="0" sz="1200" spc="-1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faculty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429081" y="4854028"/>
            <a:ext cx="1744345" cy="4787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8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ourier New"/>
                <a:cs typeface="Courier New"/>
              </a:rPr>
              <a:t>Constructors</a:t>
            </a:r>
            <a:r>
              <a:rPr dirty="0" sz="1200" spc="-8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3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Methods</a:t>
            </a:r>
            <a:r>
              <a:rPr dirty="0" sz="120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248195" y="5351731"/>
            <a:ext cx="1174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5885713" y="3436365"/>
            <a:ext cx="2305685" cy="2252345"/>
            <a:chOff x="5885713" y="3436365"/>
            <a:chExt cx="2305685" cy="2252345"/>
          </a:xfrm>
        </p:grpSpPr>
        <p:sp>
          <p:nvSpPr>
            <p:cNvPr id="44" name="object 44" descr=""/>
            <p:cNvSpPr/>
            <p:nvPr/>
          </p:nvSpPr>
          <p:spPr>
            <a:xfrm>
              <a:off x="5892581" y="3443234"/>
              <a:ext cx="2292350" cy="2238375"/>
            </a:xfrm>
            <a:custGeom>
              <a:avLst/>
              <a:gdLst/>
              <a:ahLst/>
              <a:cxnLst/>
              <a:rect l="l" t="t" r="r" b="b"/>
              <a:pathLst>
                <a:path w="2292350" h="2238375">
                  <a:moveTo>
                    <a:pt x="2291810" y="0"/>
                  </a:moveTo>
                  <a:lnTo>
                    <a:pt x="0" y="0"/>
                  </a:lnTo>
                  <a:lnTo>
                    <a:pt x="0" y="2238195"/>
                  </a:lnTo>
                  <a:lnTo>
                    <a:pt x="2291810" y="2238195"/>
                  </a:lnTo>
                  <a:lnTo>
                    <a:pt x="2291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892581" y="3443234"/>
              <a:ext cx="2292350" cy="2238375"/>
            </a:xfrm>
            <a:custGeom>
              <a:avLst/>
              <a:gdLst/>
              <a:ahLst/>
              <a:cxnLst/>
              <a:rect l="l" t="t" r="r" b="b"/>
              <a:pathLst>
                <a:path w="2292350" h="2238375">
                  <a:moveTo>
                    <a:pt x="0" y="2238195"/>
                  </a:moveTo>
                  <a:lnTo>
                    <a:pt x="2291810" y="2238195"/>
                  </a:lnTo>
                  <a:lnTo>
                    <a:pt x="2291810" y="0"/>
                  </a:lnTo>
                  <a:lnTo>
                    <a:pt x="0" y="0"/>
                  </a:lnTo>
                  <a:lnTo>
                    <a:pt x="0" y="2238195"/>
                  </a:lnTo>
                  <a:close/>
                </a:path>
              </a:pathLst>
            </a:custGeom>
            <a:ln w="137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6022720" y="3495140"/>
            <a:ext cx="2016760" cy="4787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dirty="0" sz="1200" spc="-11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1200" spc="-11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Faculty</a:t>
            </a:r>
            <a:r>
              <a:rPr dirty="0" sz="1200" spc="-11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5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fields</a:t>
            </a:r>
            <a:r>
              <a:rPr dirty="0" sz="1200" spc="-8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062726" y="3976623"/>
            <a:ext cx="1676400" cy="304800"/>
          </a:xfrm>
          <a:prstGeom prst="rect">
            <a:avLst/>
          </a:prstGeom>
          <a:ln w="28575">
            <a:solidFill>
              <a:srgbClr val="008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185"/>
              </a:spcBef>
            </a:pPr>
            <a:r>
              <a:rPr dirty="0" sz="1200" b="1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dirty="0" sz="1200" spc="-1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Course[]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384492" y="4214809"/>
            <a:ext cx="10204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 b="1">
                <a:solidFill>
                  <a:srgbClr val="FF0000"/>
                </a:solidFill>
                <a:latin typeface="Courier New"/>
                <a:cs typeface="Courier New"/>
              </a:rPr>
              <a:t>courseList;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203606" y="4627438"/>
            <a:ext cx="1744345" cy="4787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8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ourier New"/>
                <a:cs typeface="Courier New"/>
              </a:rPr>
              <a:t>Constructors</a:t>
            </a:r>
            <a:r>
              <a:rPr dirty="0" sz="1200" spc="-8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3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20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0000"/>
                </a:solidFill>
                <a:latin typeface="Courier New"/>
                <a:cs typeface="Courier New"/>
              </a:rPr>
              <a:t>Methods</a:t>
            </a:r>
            <a:r>
              <a:rPr dirty="0" sz="120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022720" y="5125159"/>
            <a:ext cx="1174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12749" y="5785205"/>
            <a:ext cx="70796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An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association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is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usually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represented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as</a:t>
            </a:r>
            <a:r>
              <a:rPr dirty="0" sz="2000" spc="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field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in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the </a:t>
            </a:r>
            <a:r>
              <a:rPr dirty="0" sz="2000" spc="-10" b="1">
                <a:latin typeface="Arial"/>
                <a:cs typeface="Arial"/>
              </a:rPr>
              <a:t>class.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2668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Association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535940" y="1976450"/>
            <a:ext cx="65297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89062"/>
              <a:buFont typeface="Wingdings"/>
              <a:buChar char=""/>
              <a:tabLst>
                <a:tab pos="622300" algn="l"/>
              </a:tabLst>
            </a:pPr>
            <a:r>
              <a:rPr dirty="0" sz="3200" b="1">
                <a:latin typeface="Times New Roman"/>
                <a:cs typeface="Times New Roman"/>
              </a:rPr>
              <a:t>Example:</a:t>
            </a:r>
            <a:r>
              <a:rPr dirty="0" sz="3200" spc="-55" b="1"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CC"/>
                </a:solidFill>
                <a:latin typeface="Times New Roman"/>
                <a:cs typeface="Times New Roman"/>
              </a:rPr>
              <a:t>Student</a:t>
            </a:r>
            <a:r>
              <a:rPr dirty="0" sz="32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register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0000CC"/>
                </a:solidFill>
                <a:latin typeface="Times New Roman"/>
                <a:cs typeface="Times New Roman"/>
              </a:rPr>
              <a:t>course</a:t>
            </a:r>
            <a:r>
              <a:rPr dirty="0" sz="3200" spc="-10" b="1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5940" y="4317872"/>
            <a:ext cx="8108950" cy="158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marR="1438910" indent="-610235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89062"/>
              <a:buFont typeface="Wingdings"/>
              <a:buChar char=""/>
              <a:tabLst>
                <a:tab pos="622300" algn="l"/>
              </a:tabLst>
            </a:pPr>
            <a:r>
              <a:rPr dirty="0" sz="3200" b="1">
                <a:latin typeface="Times New Roman"/>
                <a:cs typeface="Times New Roman"/>
              </a:rPr>
              <a:t>The</a:t>
            </a:r>
            <a:r>
              <a:rPr dirty="0" sz="3200" spc="-4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arrow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is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optional</a:t>
            </a:r>
            <a:r>
              <a:rPr dirty="0" sz="3200" spc="-4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and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specifies navigability.</a:t>
            </a:r>
            <a:endParaRPr sz="32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775"/>
              </a:spcBef>
              <a:buClr>
                <a:srgbClr val="B1B1B1"/>
              </a:buClr>
              <a:buSzPct val="89062"/>
              <a:buFont typeface="Wingdings"/>
              <a:buChar char=""/>
              <a:tabLst>
                <a:tab pos="622300" algn="l"/>
              </a:tabLst>
            </a:pPr>
            <a:r>
              <a:rPr dirty="0" sz="3200" b="1">
                <a:latin typeface="Times New Roman"/>
                <a:cs typeface="Times New Roman"/>
              </a:rPr>
              <a:t>No</a:t>
            </a:r>
            <a:r>
              <a:rPr dirty="0" sz="3200" spc="-5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arrow</a:t>
            </a:r>
            <a:r>
              <a:rPr dirty="0" sz="3200" spc="-6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implies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bidirectional</a:t>
            </a:r>
            <a:r>
              <a:rPr dirty="0" sz="3200" spc="-85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navigability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8400" y="3403600"/>
            <a:ext cx="1068705" cy="406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dirty="0" sz="2000" spc="-10">
                <a:latin typeface="Arial"/>
                <a:cs typeface="Arial"/>
              </a:rPr>
              <a:t>Student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64200" y="3403600"/>
            <a:ext cx="1012825" cy="406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2000" spc="-10">
                <a:latin typeface="Arial"/>
                <a:cs typeface="Arial"/>
              </a:rPr>
              <a:t>Course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60573" y="2923159"/>
            <a:ext cx="1673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Arial"/>
                <a:cs typeface="Arial"/>
              </a:rPr>
              <a:t>register(Course)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251075" y="3550284"/>
            <a:ext cx="3387725" cy="141605"/>
          </a:xfrm>
          <a:custGeom>
            <a:avLst/>
            <a:gdLst/>
            <a:ahLst/>
            <a:cxnLst/>
            <a:rect l="l" t="t" r="r" b="b"/>
            <a:pathLst>
              <a:path w="3387725" h="141604">
                <a:moveTo>
                  <a:pt x="3361651" y="70802"/>
                </a:moveTo>
                <a:lnTo>
                  <a:pt x="3257296" y="128777"/>
                </a:lnTo>
                <a:lnTo>
                  <a:pt x="3254248" y="130428"/>
                </a:lnTo>
                <a:lnTo>
                  <a:pt x="3253104" y="134365"/>
                </a:lnTo>
                <a:lnTo>
                  <a:pt x="3254755" y="137413"/>
                </a:lnTo>
                <a:lnTo>
                  <a:pt x="3256534" y="140462"/>
                </a:lnTo>
                <a:lnTo>
                  <a:pt x="3260344" y="141604"/>
                </a:lnTo>
                <a:lnTo>
                  <a:pt x="3263391" y="139826"/>
                </a:lnTo>
                <a:lnTo>
                  <a:pt x="3376297" y="77088"/>
                </a:lnTo>
                <a:lnTo>
                  <a:pt x="3374644" y="77088"/>
                </a:lnTo>
                <a:lnTo>
                  <a:pt x="3374644" y="76326"/>
                </a:lnTo>
                <a:lnTo>
                  <a:pt x="3371596" y="76326"/>
                </a:lnTo>
                <a:lnTo>
                  <a:pt x="3361651" y="70802"/>
                </a:lnTo>
                <a:close/>
              </a:path>
              <a:path w="3387725" h="141604">
                <a:moveTo>
                  <a:pt x="3350107" y="64388"/>
                </a:moveTo>
                <a:lnTo>
                  <a:pt x="0" y="64388"/>
                </a:lnTo>
                <a:lnTo>
                  <a:pt x="0" y="77088"/>
                </a:lnTo>
                <a:lnTo>
                  <a:pt x="3350336" y="77088"/>
                </a:lnTo>
                <a:lnTo>
                  <a:pt x="3361651" y="70802"/>
                </a:lnTo>
                <a:lnTo>
                  <a:pt x="3350107" y="64388"/>
                </a:lnTo>
                <a:close/>
              </a:path>
              <a:path w="3387725" h="141604">
                <a:moveTo>
                  <a:pt x="3376276" y="64388"/>
                </a:moveTo>
                <a:lnTo>
                  <a:pt x="3374644" y="64388"/>
                </a:lnTo>
                <a:lnTo>
                  <a:pt x="3374644" y="77088"/>
                </a:lnTo>
                <a:lnTo>
                  <a:pt x="3376297" y="77088"/>
                </a:lnTo>
                <a:lnTo>
                  <a:pt x="3387725" y="70738"/>
                </a:lnTo>
                <a:lnTo>
                  <a:pt x="3376276" y="64388"/>
                </a:lnTo>
                <a:close/>
              </a:path>
              <a:path w="3387725" h="141604">
                <a:moveTo>
                  <a:pt x="3371596" y="65277"/>
                </a:moveTo>
                <a:lnTo>
                  <a:pt x="3361651" y="70802"/>
                </a:lnTo>
                <a:lnTo>
                  <a:pt x="3371596" y="76326"/>
                </a:lnTo>
                <a:lnTo>
                  <a:pt x="3371596" y="65277"/>
                </a:lnTo>
                <a:close/>
              </a:path>
              <a:path w="3387725" h="141604">
                <a:moveTo>
                  <a:pt x="3374644" y="65277"/>
                </a:moveTo>
                <a:lnTo>
                  <a:pt x="3371596" y="65277"/>
                </a:lnTo>
                <a:lnTo>
                  <a:pt x="3371596" y="76326"/>
                </a:lnTo>
                <a:lnTo>
                  <a:pt x="3374644" y="76326"/>
                </a:lnTo>
                <a:lnTo>
                  <a:pt x="3374644" y="65277"/>
                </a:lnTo>
                <a:close/>
              </a:path>
              <a:path w="3387725" h="141604">
                <a:moveTo>
                  <a:pt x="3260344" y="0"/>
                </a:moveTo>
                <a:lnTo>
                  <a:pt x="3256534" y="1142"/>
                </a:lnTo>
                <a:lnTo>
                  <a:pt x="3254755" y="4190"/>
                </a:lnTo>
                <a:lnTo>
                  <a:pt x="3253104" y="7238"/>
                </a:lnTo>
                <a:lnTo>
                  <a:pt x="3254248" y="11175"/>
                </a:lnTo>
                <a:lnTo>
                  <a:pt x="3257296" y="12826"/>
                </a:lnTo>
                <a:lnTo>
                  <a:pt x="3361651" y="70802"/>
                </a:lnTo>
                <a:lnTo>
                  <a:pt x="3371596" y="65277"/>
                </a:lnTo>
                <a:lnTo>
                  <a:pt x="3374644" y="65277"/>
                </a:lnTo>
                <a:lnTo>
                  <a:pt x="3374644" y="64388"/>
                </a:lnTo>
                <a:lnTo>
                  <a:pt x="3376276" y="64388"/>
                </a:lnTo>
                <a:lnTo>
                  <a:pt x="3263391" y="1777"/>
                </a:lnTo>
                <a:lnTo>
                  <a:pt x="32603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288794" y="3227959"/>
            <a:ext cx="534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5..60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13628" y="3242309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610600" y="1417637"/>
            <a:ext cx="76200" cy="182880"/>
          </a:xfrm>
          <a:custGeom>
            <a:avLst/>
            <a:gdLst/>
            <a:ahLst/>
            <a:cxnLst/>
            <a:rect l="l" t="t" r="r" b="b"/>
            <a:pathLst>
              <a:path w="76200" h="182880">
                <a:moveTo>
                  <a:pt x="0" y="182562"/>
                </a:moveTo>
                <a:lnTo>
                  <a:pt x="76200" y="182562"/>
                </a:lnTo>
                <a:lnTo>
                  <a:pt x="76200" y="0"/>
                </a:lnTo>
                <a:lnTo>
                  <a:pt x="0" y="0"/>
                </a:lnTo>
                <a:lnTo>
                  <a:pt x="0" y="182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81000" y="1493900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 h="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610600" y="1484375"/>
            <a:ext cx="76200" cy="19050"/>
          </a:xfrm>
          <a:custGeom>
            <a:avLst/>
            <a:gdLst/>
            <a:ahLst/>
            <a:cxnLst/>
            <a:rect l="l" t="t" r="r" b="b"/>
            <a:pathLst>
              <a:path w="76200" h="19050">
                <a:moveTo>
                  <a:pt x="0" y="19050"/>
                </a:moveTo>
                <a:lnTo>
                  <a:pt x="76200" y="19050"/>
                </a:lnTo>
                <a:lnTo>
                  <a:pt x="76200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0" y="1371600"/>
            <a:ext cx="8610600" cy="3527425"/>
            <a:chOff x="0" y="1371600"/>
            <a:chExt cx="8610600" cy="3527425"/>
          </a:xfrm>
        </p:grpSpPr>
        <p:sp>
          <p:nvSpPr>
            <p:cNvPr id="8" name="object 8" descr=""/>
            <p:cNvSpPr/>
            <p:nvPr/>
          </p:nvSpPr>
          <p:spPr>
            <a:xfrm>
              <a:off x="0" y="4854575"/>
              <a:ext cx="609600" cy="44450"/>
            </a:xfrm>
            <a:custGeom>
              <a:avLst/>
              <a:gdLst/>
              <a:ahLst/>
              <a:cxnLst/>
              <a:rect l="l" t="t" r="r" b="b"/>
              <a:pathLst>
                <a:path w="609600" h="44450">
                  <a:moveTo>
                    <a:pt x="0" y="44450"/>
                  </a:moveTo>
                  <a:lnTo>
                    <a:pt x="609600" y="4445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44450"/>
                  </a:lnTo>
                  <a:close/>
                </a:path>
              </a:pathLst>
            </a:custGeom>
            <a:solidFill>
              <a:srgbClr val="33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57200" y="1371600"/>
              <a:ext cx="8153400" cy="1371600"/>
            </a:xfrm>
            <a:custGeom>
              <a:avLst/>
              <a:gdLst/>
              <a:ahLst/>
              <a:cxnLst/>
              <a:rect l="l" t="t" r="r" b="b"/>
              <a:pathLst>
                <a:path w="8153400" h="1371600">
                  <a:moveTo>
                    <a:pt x="81534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8153400" y="1371600"/>
                  </a:lnTo>
                  <a:lnTo>
                    <a:pt x="81534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68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dirty="0" sz="2900" spc="-10" b="0">
                <a:latin typeface="Times New Roman"/>
                <a:cs typeface="Times New Roman"/>
              </a:rPr>
              <a:t>Association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5940" y="1394205"/>
            <a:ext cx="76346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marR="5080" indent="-610235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622300" algn="l"/>
              </a:tabLst>
            </a:pPr>
            <a:r>
              <a:rPr dirty="0" sz="2400" b="1">
                <a:latin typeface="Times New Roman"/>
                <a:cs typeface="Times New Roman"/>
              </a:rPr>
              <a:t>An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association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usually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represented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field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in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4837" y="5653087"/>
            <a:ext cx="3667125" cy="1209675"/>
            <a:chOff x="604837" y="5653087"/>
            <a:chExt cx="3667125" cy="1209675"/>
          </a:xfrm>
        </p:grpSpPr>
        <p:sp>
          <p:nvSpPr>
            <p:cNvPr id="14" name="object 14" descr=""/>
            <p:cNvSpPr/>
            <p:nvPr/>
          </p:nvSpPr>
          <p:spPr>
            <a:xfrm>
              <a:off x="609600" y="5657850"/>
              <a:ext cx="3657600" cy="1200150"/>
            </a:xfrm>
            <a:custGeom>
              <a:avLst/>
              <a:gdLst/>
              <a:ahLst/>
              <a:cxnLst/>
              <a:rect l="l" t="t" r="r" b="b"/>
              <a:pathLst>
                <a:path w="3657600" h="1200150">
                  <a:moveTo>
                    <a:pt x="3657600" y="0"/>
                  </a:moveTo>
                  <a:lnTo>
                    <a:pt x="0" y="0"/>
                  </a:lnTo>
                  <a:lnTo>
                    <a:pt x="0" y="1200150"/>
                  </a:lnTo>
                  <a:lnTo>
                    <a:pt x="3657600" y="120015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9600" y="5657850"/>
              <a:ext cx="3657600" cy="1200150"/>
            </a:xfrm>
            <a:custGeom>
              <a:avLst/>
              <a:gdLst/>
              <a:ahLst/>
              <a:cxnLst/>
              <a:rect l="l" t="t" r="r" b="b"/>
              <a:pathLst>
                <a:path w="3657600" h="1200150">
                  <a:moveTo>
                    <a:pt x="0" y="1200150"/>
                  </a:moveTo>
                  <a:lnTo>
                    <a:pt x="3657600" y="1200150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88340" y="5684316"/>
            <a:ext cx="290957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 </a:t>
            </a:r>
            <a:r>
              <a:rPr dirty="0" sz="1800" spc="-10">
                <a:latin typeface="Times New Roman"/>
                <a:cs typeface="Times New Roman"/>
              </a:rPr>
              <a:t>Student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{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/*attributes*/</a:t>
            </a:r>
            <a:endParaRPr sz="18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private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Course[]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courseList;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15000" y="4876800"/>
            <a:ext cx="3048000" cy="92583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Course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{/*attributes*/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4837" y="2205037"/>
            <a:ext cx="2600325" cy="1609725"/>
            <a:chOff x="604837" y="2205037"/>
            <a:chExt cx="2600325" cy="1609725"/>
          </a:xfrm>
        </p:grpSpPr>
        <p:sp>
          <p:nvSpPr>
            <p:cNvPr id="19" name="object 19" descr=""/>
            <p:cNvSpPr/>
            <p:nvPr/>
          </p:nvSpPr>
          <p:spPr>
            <a:xfrm>
              <a:off x="609600" y="2209800"/>
              <a:ext cx="2590800" cy="457200"/>
            </a:xfrm>
            <a:custGeom>
              <a:avLst/>
              <a:gdLst/>
              <a:ahLst/>
              <a:cxnLst/>
              <a:rect l="l" t="t" r="r" b="b"/>
              <a:pathLst>
                <a:path w="2590800" h="457200">
                  <a:moveTo>
                    <a:pt x="2590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590800" y="4572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9600" y="2209800"/>
              <a:ext cx="2590800" cy="457200"/>
            </a:xfrm>
            <a:custGeom>
              <a:avLst/>
              <a:gdLst/>
              <a:ahLst/>
              <a:cxnLst/>
              <a:rect l="l" t="t" r="r" b="b"/>
              <a:pathLst>
                <a:path w="2590800" h="457200">
                  <a:moveTo>
                    <a:pt x="0" y="457200"/>
                  </a:moveTo>
                  <a:lnTo>
                    <a:pt x="2590800" y="4572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9600" y="2667000"/>
              <a:ext cx="2590800" cy="1143000"/>
            </a:xfrm>
            <a:custGeom>
              <a:avLst/>
              <a:gdLst/>
              <a:ahLst/>
              <a:cxnLst/>
              <a:rect l="l" t="t" r="r" b="b"/>
              <a:pathLst>
                <a:path w="2590800" h="1143000">
                  <a:moveTo>
                    <a:pt x="2590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2590800" y="1143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09600" y="2667000"/>
              <a:ext cx="2590800" cy="1143000"/>
            </a:xfrm>
            <a:custGeom>
              <a:avLst/>
              <a:gdLst/>
              <a:ahLst/>
              <a:cxnLst/>
              <a:rect l="l" t="t" r="r" b="b"/>
              <a:pathLst>
                <a:path w="2590800" h="1143000">
                  <a:moveTo>
                    <a:pt x="0" y="1143000"/>
                  </a:moveTo>
                  <a:lnTo>
                    <a:pt x="2590800" y="11430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88340" y="2221202"/>
            <a:ext cx="1621790" cy="6597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822325">
              <a:lnSpc>
                <a:spcPct val="100000"/>
              </a:lnSpc>
              <a:spcBef>
                <a:spcPts val="585"/>
              </a:spcBef>
            </a:pPr>
            <a:r>
              <a:rPr dirty="0" sz="1800" spc="-10">
                <a:latin typeface="Arial"/>
                <a:cs typeface="Arial"/>
              </a:rPr>
              <a:t>Student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10" b="1">
                <a:latin typeface="Arial"/>
                <a:cs typeface="Arial"/>
              </a:rPr>
              <a:t> String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04837" y="3805237"/>
            <a:ext cx="2600325" cy="1838325"/>
            <a:chOff x="604837" y="3805237"/>
            <a:chExt cx="2600325" cy="1838325"/>
          </a:xfrm>
        </p:grpSpPr>
        <p:sp>
          <p:nvSpPr>
            <p:cNvPr id="25" name="object 25" descr=""/>
            <p:cNvSpPr/>
            <p:nvPr/>
          </p:nvSpPr>
          <p:spPr>
            <a:xfrm>
              <a:off x="609600" y="381000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2590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590800" y="18288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9600" y="381000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0" y="1828800"/>
                  </a:moveTo>
                  <a:lnTo>
                    <a:pt x="2590800" y="18288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88340" y="2856102"/>
            <a:ext cx="2371090" cy="1145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matrix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courseList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Course[]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numOfStudent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Student(String,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String,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88340" y="3976497"/>
            <a:ext cx="247967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String)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getMatrix():</a:t>
            </a:r>
            <a:r>
              <a:rPr dirty="0" sz="1600" spc="-10" b="1">
                <a:latin typeface="Arial"/>
                <a:cs typeface="Arial"/>
              </a:rPr>
              <a:t> 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getNumOfStudent():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0" b="1">
                <a:latin typeface="Arial"/>
                <a:cs typeface="Arial"/>
              </a:rPr>
              <a:t> registerCourse(Course)</a:t>
            </a:r>
            <a:endParaRPr sz="1600">
              <a:latin typeface="Arial"/>
              <a:cs typeface="Arial"/>
            </a:endParaRPr>
          </a:p>
          <a:p>
            <a:pPr marL="18161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: </a:t>
            </a:r>
            <a:r>
              <a:rPr dirty="0" sz="1600" spc="-20" b="1">
                <a:latin typeface="Arial"/>
                <a:cs typeface="Arial"/>
              </a:rPr>
              <a:t>void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0" b="1">
                <a:latin typeface="Arial"/>
                <a:cs typeface="Arial"/>
              </a:rPr>
              <a:t> printAllInfo():void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172200" y="2438400"/>
            <a:ext cx="2590800" cy="457200"/>
          </a:xfrm>
          <a:custGeom>
            <a:avLst/>
            <a:gdLst/>
            <a:ahLst/>
            <a:cxnLst/>
            <a:rect l="l" t="t" r="r" b="b"/>
            <a:pathLst>
              <a:path w="2590800" h="457200">
                <a:moveTo>
                  <a:pt x="2590800" y="0"/>
                </a:moveTo>
                <a:lnTo>
                  <a:pt x="0" y="0"/>
                </a:lnTo>
                <a:lnTo>
                  <a:pt x="0" y="457200"/>
                </a:lnTo>
                <a:lnTo>
                  <a:pt x="2590800" y="457200"/>
                </a:lnTo>
                <a:lnTo>
                  <a:pt x="25908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172200" y="2438400"/>
            <a:ext cx="25908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latin typeface="Arial"/>
                <a:cs typeface="Arial"/>
              </a:rPr>
              <a:t>Course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172200" y="2895600"/>
            <a:ext cx="2590800" cy="9144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1645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code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-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section :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172200" y="3810000"/>
            <a:ext cx="2590800" cy="9144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61620" marR="205740" indent="-169545">
              <a:lnSpc>
                <a:spcPct val="100000"/>
              </a:lnSpc>
              <a:spcBef>
                <a:spcPts val="685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Course(String,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String, </a:t>
            </a:r>
            <a:r>
              <a:rPr dirty="0" sz="1600" spc="-20" b="1">
                <a:latin typeface="Arial"/>
                <a:cs typeface="Arial"/>
              </a:rPr>
              <a:t>int)</a:t>
            </a:r>
            <a:endParaRPr sz="16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04837" y="2509837"/>
            <a:ext cx="8162925" cy="1148080"/>
            <a:chOff x="604837" y="2509837"/>
            <a:chExt cx="8162925" cy="1148080"/>
          </a:xfrm>
        </p:grpSpPr>
        <p:sp>
          <p:nvSpPr>
            <p:cNvPr id="34" name="object 34" descr=""/>
            <p:cNvSpPr/>
            <p:nvPr/>
          </p:nvSpPr>
          <p:spPr>
            <a:xfrm>
              <a:off x="609600" y="3048000"/>
              <a:ext cx="2590800" cy="381000"/>
            </a:xfrm>
            <a:custGeom>
              <a:avLst/>
              <a:gdLst/>
              <a:ahLst/>
              <a:cxnLst/>
              <a:rect l="l" t="t" r="r" b="b"/>
              <a:pathLst>
                <a:path w="2590800" h="381000">
                  <a:moveTo>
                    <a:pt x="0" y="190500"/>
                  </a:moveTo>
                  <a:lnTo>
                    <a:pt x="19426" y="157462"/>
                  </a:lnTo>
                  <a:lnTo>
                    <a:pt x="52950" y="136434"/>
                  </a:lnTo>
                  <a:lnTo>
                    <a:pt x="101799" y="116371"/>
                  </a:lnTo>
                  <a:lnTo>
                    <a:pt x="164999" y="97416"/>
                  </a:lnTo>
                  <a:lnTo>
                    <a:pt x="241580" y="79712"/>
                  </a:lnTo>
                  <a:lnTo>
                    <a:pt x="284585" y="71374"/>
                  </a:lnTo>
                  <a:lnTo>
                    <a:pt x="330569" y="63403"/>
                  </a:lnTo>
                  <a:lnTo>
                    <a:pt x="379414" y="55816"/>
                  </a:lnTo>
                  <a:lnTo>
                    <a:pt x="430995" y="48631"/>
                  </a:lnTo>
                  <a:lnTo>
                    <a:pt x="485193" y="41867"/>
                  </a:lnTo>
                  <a:lnTo>
                    <a:pt x="541886" y="35541"/>
                  </a:lnTo>
                  <a:lnTo>
                    <a:pt x="600951" y="29671"/>
                  </a:lnTo>
                  <a:lnTo>
                    <a:pt x="662268" y="24276"/>
                  </a:lnTo>
                  <a:lnTo>
                    <a:pt x="725716" y="19372"/>
                  </a:lnTo>
                  <a:lnTo>
                    <a:pt x="791172" y="14978"/>
                  </a:lnTo>
                  <a:lnTo>
                    <a:pt x="858515" y="11111"/>
                  </a:lnTo>
                  <a:lnTo>
                    <a:pt x="927623" y="7791"/>
                  </a:lnTo>
                  <a:lnTo>
                    <a:pt x="998376" y="5034"/>
                  </a:lnTo>
                  <a:lnTo>
                    <a:pt x="1070652" y="2858"/>
                  </a:lnTo>
                  <a:lnTo>
                    <a:pt x="1144329" y="1282"/>
                  </a:lnTo>
                  <a:lnTo>
                    <a:pt x="1219285" y="323"/>
                  </a:lnTo>
                  <a:lnTo>
                    <a:pt x="1295400" y="0"/>
                  </a:lnTo>
                  <a:lnTo>
                    <a:pt x="1371510" y="323"/>
                  </a:lnTo>
                  <a:lnTo>
                    <a:pt x="1446463" y="1282"/>
                  </a:lnTo>
                  <a:lnTo>
                    <a:pt x="1520137" y="2858"/>
                  </a:lnTo>
                  <a:lnTo>
                    <a:pt x="1592411" y="5034"/>
                  </a:lnTo>
                  <a:lnTo>
                    <a:pt x="1663162" y="7791"/>
                  </a:lnTo>
                  <a:lnTo>
                    <a:pt x="1732269" y="11111"/>
                  </a:lnTo>
                  <a:lnTo>
                    <a:pt x="1799611" y="14978"/>
                  </a:lnTo>
                  <a:lnTo>
                    <a:pt x="1865067" y="19372"/>
                  </a:lnTo>
                  <a:lnTo>
                    <a:pt x="1928514" y="24276"/>
                  </a:lnTo>
                  <a:lnTo>
                    <a:pt x="1989831" y="29671"/>
                  </a:lnTo>
                  <a:lnTo>
                    <a:pt x="2048897" y="35541"/>
                  </a:lnTo>
                  <a:lnTo>
                    <a:pt x="2105590" y="41867"/>
                  </a:lnTo>
                  <a:lnTo>
                    <a:pt x="2159788" y="48631"/>
                  </a:lnTo>
                  <a:lnTo>
                    <a:pt x="2211371" y="55816"/>
                  </a:lnTo>
                  <a:lnTo>
                    <a:pt x="2260216" y="63403"/>
                  </a:lnTo>
                  <a:lnTo>
                    <a:pt x="2306202" y="71374"/>
                  </a:lnTo>
                  <a:lnTo>
                    <a:pt x="2349208" y="79712"/>
                  </a:lnTo>
                  <a:lnTo>
                    <a:pt x="2389112" y="88399"/>
                  </a:lnTo>
                  <a:lnTo>
                    <a:pt x="2459127" y="106746"/>
                  </a:lnTo>
                  <a:lnTo>
                    <a:pt x="2515275" y="126273"/>
                  </a:lnTo>
                  <a:lnTo>
                    <a:pt x="2556585" y="146837"/>
                  </a:lnTo>
                  <a:lnTo>
                    <a:pt x="2588600" y="179312"/>
                  </a:lnTo>
                  <a:lnTo>
                    <a:pt x="2590800" y="190500"/>
                  </a:lnTo>
                  <a:lnTo>
                    <a:pt x="2588600" y="201687"/>
                  </a:lnTo>
                  <a:lnTo>
                    <a:pt x="2582084" y="212706"/>
                  </a:lnTo>
                  <a:lnTo>
                    <a:pt x="2537846" y="244565"/>
                  </a:lnTo>
                  <a:lnTo>
                    <a:pt x="2488995" y="264628"/>
                  </a:lnTo>
                  <a:lnTo>
                    <a:pt x="2425792" y="283583"/>
                  </a:lnTo>
                  <a:lnTo>
                    <a:pt x="2349208" y="301287"/>
                  </a:lnTo>
                  <a:lnTo>
                    <a:pt x="2306202" y="309625"/>
                  </a:lnTo>
                  <a:lnTo>
                    <a:pt x="2260216" y="317596"/>
                  </a:lnTo>
                  <a:lnTo>
                    <a:pt x="2211371" y="325183"/>
                  </a:lnTo>
                  <a:lnTo>
                    <a:pt x="2159788" y="332368"/>
                  </a:lnTo>
                  <a:lnTo>
                    <a:pt x="2105590" y="339132"/>
                  </a:lnTo>
                  <a:lnTo>
                    <a:pt x="2048897" y="345458"/>
                  </a:lnTo>
                  <a:lnTo>
                    <a:pt x="1989831" y="351328"/>
                  </a:lnTo>
                  <a:lnTo>
                    <a:pt x="1928514" y="356723"/>
                  </a:lnTo>
                  <a:lnTo>
                    <a:pt x="1865067" y="361627"/>
                  </a:lnTo>
                  <a:lnTo>
                    <a:pt x="1799611" y="366021"/>
                  </a:lnTo>
                  <a:lnTo>
                    <a:pt x="1732269" y="369888"/>
                  </a:lnTo>
                  <a:lnTo>
                    <a:pt x="1663162" y="373208"/>
                  </a:lnTo>
                  <a:lnTo>
                    <a:pt x="1592411" y="375965"/>
                  </a:lnTo>
                  <a:lnTo>
                    <a:pt x="1520137" y="378141"/>
                  </a:lnTo>
                  <a:lnTo>
                    <a:pt x="1446463" y="379717"/>
                  </a:lnTo>
                  <a:lnTo>
                    <a:pt x="1371510" y="380676"/>
                  </a:lnTo>
                  <a:lnTo>
                    <a:pt x="1295400" y="381000"/>
                  </a:lnTo>
                  <a:lnTo>
                    <a:pt x="1219285" y="380676"/>
                  </a:lnTo>
                  <a:lnTo>
                    <a:pt x="1144329" y="379717"/>
                  </a:lnTo>
                  <a:lnTo>
                    <a:pt x="1070652" y="378141"/>
                  </a:lnTo>
                  <a:lnTo>
                    <a:pt x="998376" y="375965"/>
                  </a:lnTo>
                  <a:lnTo>
                    <a:pt x="927623" y="373208"/>
                  </a:lnTo>
                  <a:lnTo>
                    <a:pt x="858515" y="369888"/>
                  </a:lnTo>
                  <a:lnTo>
                    <a:pt x="791172" y="366021"/>
                  </a:lnTo>
                  <a:lnTo>
                    <a:pt x="725716" y="361627"/>
                  </a:lnTo>
                  <a:lnTo>
                    <a:pt x="662268" y="356723"/>
                  </a:lnTo>
                  <a:lnTo>
                    <a:pt x="600951" y="351328"/>
                  </a:lnTo>
                  <a:lnTo>
                    <a:pt x="541886" y="345458"/>
                  </a:lnTo>
                  <a:lnTo>
                    <a:pt x="485193" y="339132"/>
                  </a:lnTo>
                  <a:lnTo>
                    <a:pt x="430995" y="332368"/>
                  </a:lnTo>
                  <a:lnTo>
                    <a:pt x="379414" y="325183"/>
                  </a:lnTo>
                  <a:lnTo>
                    <a:pt x="330569" y="317596"/>
                  </a:lnTo>
                  <a:lnTo>
                    <a:pt x="284585" y="309625"/>
                  </a:lnTo>
                  <a:lnTo>
                    <a:pt x="241580" y="301287"/>
                  </a:lnTo>
                  <a:lnTo>
                    <a:pt x="201678" y="292600"/>
                  </a:lnTo>
                  <a:lnTo>
                    <a:pt x="131666" y="274253"/>
                  </a:lnTo>
                  <a:lnTo>
                    <a:pt x="75520" y="254726"/>
                  </a:lnTo>
                  <a:lnTo>
                    <a:pt x="34212" y="234162"/>
                  </a:lnTo>
                  <a:lnTo>
                    <a:pt x="2199" y="201687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200400" y="3505200"/>
              <a:ext cx="2971800" cy="152400"/>
            </a:xfrm>
            <a:custGeom>
              <a:avLst/>
              <a:gdLst/>
              <a:ahLst/>
              <a:cxnLst/>
              <a:rect l="l" t="t" r="r" b="b"/>
              <a:pathLst>
                <a:path w="2971800" h="152400">
                  <a:moveTo>
                    <a:pt x="2926088" y="76190"/>
                  </a:moveTo>
                  <a:lnTo>
                    <a:pt x="2829179" y="129920"/>
                  </a:lnTo>
                  <a:lnTo>
                    <a:pt x="2823845" y="132969"/>
                  </a:lnTo>
                  <a:lnTo>
                    <a:pt x="2821940" y="139700"/>
                  </a:lnTo>
                  <a:lnTo>
                    <a:pt x="2824861" y="145033"/>
                  </a:lnTo>
                  <a:lnTo>
                    <a:pt x="2827909" y="150494"/>
                  </a:lnTo>
                  <a:lnTo>
                    <a:pt x="2834640" y="152400"/>
                  </a:lnTo>
                  <a:lnTo>
                    <a:pt x="2839974" y="149351"/>
                  </a:lnTo>
                  <a:lnTo>
                    <a:pt x="2951888" y="87249"/>
                  </a:lnTo>
                  <a:lnTo>
                    <a:pt x="2948940" y="87249"/>
                  </a:lnTo>
                  <a:lnTo>
                    <a:pt x="2948940" y="85851"/>
                  </a:lnTo>
                  <a:lnTo>
                    <a:pt x="2943479" y="85851"/>
                  </a:lnTo>
                  <a:lnTo>
                    <a:pt x="2926088" y="76190"/>
                  </a:lnTo>
                  <a:close/>
                </a:path>
                <a:path w="2971800" h="152400">
                  <a:moveTo>
                    <a:pt x="2905988" y="65024"/>
                  </a:moveTo>
                  <a:lnTo>
                    <a:pt x="0" y="65024"/>
                  </a:lnTo>
                  <a:lnTo>
                    <a:pt x="0" y="87249"/>
                  </a:lnTo>
                  <a:lnTo>
                    <a:pt x="2906142" y="87249"/>
                  </a:lnTo>
                  <a:lnTo>
                    <a:pt x="2926088" y="76190"/>
                  </a:lnTo>
                  <a:lnTo>
                    <a:pt x="2905988" y="65024"/>
                  </a:lnTo>
                  <a:close/>
                </a:path>
                <a:path w="2971800" h="152400">
                  <a:moveTo>
                    <a:pt x="2951694" y="65024"/>
                  </a:moveTo>
                  <a:lnTo>
                    <a:pt x="2948940" y="65024"/>
                  </a:lnTo>
                  <a:lnTo>
                    <a:pt x="2948940" y="87249"/>
                  </a:lnTo>
                  <a:lnTo>
                    <a:pt x="2951888" y="87249"/>
                  </a:lnTo>
                  <a:lnTo>
                    <a:pt x="2971800" y="76200"/>
                  </a:lnTo>
                  <a:lnTo>
                    <a:pt x="2951694" y="65024"/>
                  </a:lnTo>
                  <a:close/>
                </a:path>
                <a:path w="2971800" h="152400">
                  <a:moveTo>
                    <a:pt x="2943479" y="66548"/>
                  </a:moveTo>
                  <a:lnTo>
                    <a:pt x="2926088" y="76190"/>
                  </a:lnTo>
                  <a:lnTo>
                    <a:pt x="2943479" y="85851"/>
                  </a:lnTo>
                  <a:lnTo>
                    <a:pt x="2943479" y="66548"/>
                  </a:lnTo>
                  <a:close/>
                </a:path>
                <a:path w="2971800" h="152400">
                  <a:moveTo>
                    <a:pt x="2948940" y="66548"/>
                  </a:moveTo>
                  <a:lnTo>
                    <a:pt x="2943479" y="66548"/>
                  </a:lnTo>
                  <a:lnTo>
                    <a:pt x="2943479" y="85851"/>
                  </a:lnTo>
                  <a:lnTo>
                    <a:pt x="2948940" y="85851"/>
                  </a:lnTo>
                  <a:lnTo>
                    <a:pt x="2948940" y="66548"/>
                  </a:lnTo>
                  <a:close/>
                </a:path>
                <a:path w="2971800" h="152400">
                  <a:moveTo>
                    <a:pt x="2834640" y="0"/>
                  </a:moveTo>
                  <a:lnTo>
                    <a:pt x="2827909" y="1904"/>
                  </a:lnTo>
                  <a:lnTo>
                    <a:pt x="2824861" y="7238"/>
                  </a:lnTo>
                  <a:lnTo>
                    <a:pt x="2821940" y="12700"/>
                  </a:lnTo>
                  <a:lnTo>
                    <a:pt x="2823845" y="19430"/>
                  </a:lnTo>
                  <a:lnTo>
                    <a:pt x="2926088" y="76190"/>
                  </a:lnTo>
                  <a:lnTo>
                    <a:pt x="2943479" y="66548"/>
                  </a:lnTo>
                  <a:lnTo>
                    <a:pt x="2948940" y="66548"/>
                  </a:lnTo>
                  <a:lnTo>
                    <a:pt x="2948940" y="65024"/>
                  </a:lnTo>
                  <a:lnTo>
                    <a:pt x="2951694" y="65024"/>
                  </a:lnTo>
                  <a:lnTo>
                    <a:pt x="2834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172200" y="2514600"/>
              <a:ext cx="2590800" cy="381000"/>
            </a:xfrm>
            <a:custGeom>
              <a:avLst/>
              <a:gdLst/>
              <a:ahLst/>
              <a:cxnLst/>
              <a:rect l="l" t="t" r="r" b="b"/>
              <a:pathLst>
                <a:path w="2590800" h="381000">
                  <a:moveTo>
                    <a:pt x="0" y="190500"/>
                  </a:moveTo>
                  <a:lnTo>
                    <a:pt x="19427" y="157462"/>
                  </a:lnTo>
                  <a:lnTo>
                    <a:pt x="52953" y="136434"/>
                  </a:lnTo>
                  <a:lnTo>
                    <a:pt x="101804" y="116371"/>
                  </a:lnTo>
                  <a:lnTo>
                    <a:pt x="165007" y="97416"/>
                  </a:lnTo>
                  <a:lnTo>
                    <a:pt x="241591" y="79712"/>
                  </a:lnTo>
                  <a:lnTo>
                    <a:pt x="284597" y="71374"/>
                  </a:lnTo>
                  <a:lnTo>
                    <a:pt x="330583" y="63403"/>
                  </a:lnTo>
                  <a:lnTo>
                    <a:pt x="379428" y="55816"/>
                  </a:lnTo>
                  <a:lnTo>
                    <a:pt x="431011" y="48631"/>
                  </a:lnTo>
                  <a:lnTo>
                    <a:pt x="485209" y="41867"/>
                  </a:lnTo>
                  <a:lnTo>
                    <a:pt x="541902" y="35541"/>
                  </a:lnTo>
                  <a:lnTo>
                    <a:pt x="600968" y="29671"/>
                  </a:lnTo>
                  <a:lnTo>
                    <a:pt x="662285" y="24276"/>
                  </a:lnTo>
                  <a:lnTo>
                    <a:pt x="725732" y="19372"/>
                  </a:lnTo>
                  <a:lnTo>
                    <a:pt x="791188" y="14978"/>
                  </a:lnTo>
                  <a:lnTo>
                    <a:pt x="858530" y="11111"/>
                  </a:lnTo>
                  <a:lnTo>
                    <a:pt x="927637" y="7791"/>
                  </a:lnTo>
                  <a:lnTo>
                    <a:pt x="998388" y="5034"/>
                  </a:lnTo>
                  <a:lnTo>
                    <a:pt x="1070662" y="2858"/>
                  </a:lnTo>
                  <a:lnTo>
                    <a:pt x="1144336" y="1282"/>
                  </a:lnTo>
                  <a:lnTo>
                    <a:pt x="1219289" y="323"/>
                  </a:lnTo>
                  <a:lnTo>
                    <a:pt x="1295400" y="0"/>
                  </a:lnTo>
                  <a:lnTo>
                    <a:pt x="1371510" y="323"/>
                  </a:lnTo>
                  <a:lnTo>
                    <a:pt x="1446463" y="1282"/>
                  </a:lnTo>
                  <a:lnTo>
                    <a:pt x="1520137" y="2858"/>
                  </a:lnTo>
                  <a:lnTo>
                    <a:pt x="1592411" y="5034"/>
                  </a:lnTo>
                  <a:lnTo>
                    <a:pt x="1663162" y="7791"/>
                  </a:lnTo>
                  <a:lnTo>
                    <a:pt x="1732269" y="11111"/>
                  </a:lnTo>
                  <a:lnTo>
                    <a:pt x="1799611" y="14978"/>
                  </a:lnTo>
                  <a:lnTo>
                    <a:pt x="1865067" y="19372"/>
                  </a:lnTo>
                  <a:lnTo>
                    <a:pt x="1928514" y="24276"/>
                  </a:lnTo>
                  <a:lnTo>
                    <a:pt x="1989831" y="29671"/>
                  </a:lnTo>
                  <a:lnTo>
                    <a:pt x="2048897" y="35541"/>
                  </a:lnTo>
                  <a:lnTo>
                    <a:pt x="2105590" y="41867"/>
                  </a:lnTo>
                  <a:lnTo>
                    <a:pt x="2159788" y="48631"/>
                  </a:lnTo>
                  <a:lnTo>
                    <a:pt x="2211371" y="55816"/>
                  </a:lnTo>
                  <a:lnTo>
                    <a:pt x="2260216" y="63403"/>
                  </a:lnTo>
                  <a:lnTo>
                    <a:pt x="2306202" y="71374"/>
                  </a:lnTo>
                  <a:lnTo>
                    <a:pt x="2349208" y="79712"/>
                  </a:lnTo>
                  <a:lnTo>
                    <a:pt x="2389112" y="88399"/>
                  </a:lnTo>
                  <a:lnTo>
                    <a:pt x="2459127" y="106746"/>
                  </a:lnTo>
                  <a:lnTo>
                    <a:pt x="2515275" y="126273"/>
                  </a:lnTo>
                  <a:lnTo>
                    <a:pt x="2556585" y="146837"/>
                  </a:lnTo>
                  <a:lnTo>
                    <a:pt x="2588600" y="179312"/>
                  </a:lnTo>
                  <a:lnTo>
                    <a:pt x="2590800" y="190500"/>
                  </a:lnTo>
                  <a:lnTo>
                    <a:pt x="2588600" y="201687"/>
                  </a:lnTo>
                  <a:lnTo>
                    <a:pt x="2582084" y="212706"/>
                  </a:lnTo>
                  <a:lnTo>
                    <a:pt x="2537846" y="244565"/>
                  </a:lnTo>
                  <a:lnTo>
                    <a:pt x="2488995" y="264628"/>
                  </a:lnTo>
                  <a:lnTo>
                    <a:pt x="2425792" y="283583"/>
                  </a:lnTo>
                  <a:lnTo>
                    <a:pt x="2349208" y="301287"/>
                  </a:lnTo>
                  <a:lnTo>
                    <a:pt x="2306202" y="309625"/>
                  </a:lnTo>
                  <a:lnTo>
                    <a:pt x="2260216" y="317596"/>
                  </a:lnTo>
                  <a:lnTo>
                    <a:pt x="2211371" y="325183"/>
                  </a:lnTo>
                  <a:lnTo>
                    <a:pt x="2159788" y="332368"/>
                  </a:lnTo>
                  <a:lnTo>
                    <a:pt x="2105590" y="339132"/>
                  </a:lnTo>
                  <a:lnTo>
                    <a:pt x="2048897" y="345458"/>
                  </a:lnTo>
                  <a:lnTo>
                    <a:pt x="1989831" y="351328"/>
                  </a:lnTo>
                  <a:lnTo>
                    <a:pt x="1928514" y="356723"/>
                  </a:lnTo>
                  <a:lnTo>
                    <a:pt x="1865067" y="361627"/>
                  </a:lnTo>
                  <a:lnTo>
                    <a:pt x="1799611" y="366021"/>
                  </a:lnTo>
                  <a:lnTo>
                    <a:pt x="1732269" y="369888"/>
                  </a:lnTo>
                  <a:lnTo>
                    <a:pt x="1663162" y="373208"/>
                  </a:lnTo>
                  <a:lnTo>
                    <a:pt x="1592411" y="375965"/>
                  </a:lnTo>
                  <a:lnTo>
                    <a:pt x="1520137" y="378141"/>
                  </a:lnTo>
                  <a:lnTo>
                    <a:pt x="1446463" y="379717"/>
                  </a:lnTo>
                  <a:lnTo>
                    <a:pt x="1371510" y="380676"/>
                  </a:lnTo>
                  <a:lnTo>
                    <a:pt x="1295400" y="381000"/>
                  </a:lnTo>
                  <a:lnTo>
                    <a:pt x="1219289" y="380676"/>
                  </a:lnTo>
                  <a:lnTo>
                    <a:pt x="1144336" y="379717"/>
                  </a:lnTo>
                  <a:lnTo>
                    <a:pt x="1070662" y="378141"/>
                  </a:lnTo>
                  <a:lnTo>
                    <a:pt x="998388" y="375965"/>
                  </a:lnTo>
                  <a:lnTo>
                    <a:pt x="927637" y="373208"/>
                  </a:lnTo>
                  <a:lnTo>
                    <a:pt x="858530" y="369888"/>
                  </a:lnTo>
                  <a:lnTo>
                    <a:pt x="791188" y="366021"/>
                  </a:lnTo>
                  <a:lnTo>
                    <a:pt x="725732" y="361627"/>
                  </a:lnTo>
                  <a:lnTo>
                    <a:pt x="662285" y="356723"/>
                  </a:lnTo>
                  <a:lnTo>
                    <a:pt x="600968" y="351328"/>
                  </a:lnTo>
                  <a:lnTo>
                    <a:pt x="541902" y="345458"/>
                  </a:lnTo>
                  <a:lnTo>
                    <a:pt x="485209" y="339132"/>
                  </a:lnTo>
                  <a:lnTo>
                    <a:pt x="431011" y="332368"/>
                  </a:lnTo>
                  <a:lnTo>
                    <a:pt x="379428" y="325183"/>
                  </a:lnTo>
                  <a:lnTo>
                    <a:pt x="330583" y="317596"/>
                  </a:lnTo>
                  <a:lnTo>
                    <a:pt x="284597" y="309625"/>
                  </a:lnTo>
                  <a:lnTo>
                    <a:pt x="241591" y="301287"/>
                  </a:lnTo>
                  <a:lnTo>
                    <a:pt x="201687" y="292600"/>
                  </a:lnTo>
                  <a:lnTo>
                    <a:pt x="131672" y="274253"/>
                  </a:lnTo>
                  <a:lnTo>
                    <a:pt x="75524" y="254726"/>
                  </a:lnTo>
                  <a:lnTo>
                    <a:pt x="34214" y="234162"/>
                  </a:lnTo>
                  <a:lnTo>
                    <a:pt x="2199" y="201687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563873" y="3077082"/>
            <a:ext cx="21443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i="1">
                <a:latin typeface="Arial"/>
                <a:cs typeface="Arial"/>
              </a:rPr>
              <a:t>registerCourse(Course)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263900" y="3569334"/>
            <a:ext cx="534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5..60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778753" y="3569334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81000" y="1493900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 h="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0" y="4854575"/>
            <a:ext cx="3662679" cy="2008505"/>
            <a:chOff x="0" y="4854575"/>
            <a:chExt cx="3662679" cy="2008505"/>
          </a:xfrm>
        </p:grpSpPr>
        <p:sp>
          <p:nvSpPr>
            <p:cNvPr id="6" name="object 6" descr=""/>
            <p:cNvSpPr/>
            <p:nvPr/>
          </p:nvSpPr>
          <p:spPr>
            <a:xfrm>
              <a:off x="0" y="4854575"/>
              <a:ext cx="609600" cy="44450"/>
            </a:xfrm>
            <a:custGeom>
              <a:avLst/>
              <a:gdLst/>
              <a:ahLst/>
              <a:cxnLst/>
              <a:rect l="l" t="t" r="r" b="b"/>
              <a:pathLst>
                <a:path w="609600" h="44450">
                  <a:moveTo>
                    <a:pt x="0" y="44450"/>
                  </a:moveTo>
                  <a:lnTo>
                    <a:pt x="609600" y="4445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44450"/>
                  </a:lnTo>
                  <a:close/>
                </a:path>
              </a:pathLst>
            </a:custGeom>
            <a:solidFill>
              <a:srgbClr val="33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9600" y="5657849"/>
              <a:ext cx="3048000" cy="1200150"/>
            </a:xfrm>
            <a:custGeom>
              <a:avLst/>
              <a:gdLst/>
              <a:ahLst/>
              <a:cxnLst/>
              <a:rect l="l" t="t" r="r" b="b"/>
              <a:pathLst>
                <a:path w="3048000" h="1200150">
                  <a:moveTo>
                    <a:pt x="0" y="1200150"/>
                  </a:moveTo>
                  <a:lnTo>
                    <a:pt x="3048000" y="120015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68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dirty="0" sz="2900" spc="-10" b="0">
                <a:latin typeface="Times New Roman"/>
                <a:cs typeface="Times New Roman"/>
              </a:rPr>
              <a:t>Association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57200" y="1371600"/>
            <a:ext cx="8382000" cy="1371600"/>
          </a:xfrm>
          <a:custGeom>
            <a:avLst/>
            <a:gdLst/>
            <a:ahLst/>
            <a:cxnLst/>
            <a:rect l="l" t="t" r="r" b="b"/>
            <a:pathLst>
              <a:path w="8382000" h="1371600">
                <a:moveTo>
                  <a:pt x="8382000" y="0"/>
                </a:moveTo>
                <a:lnTo>
                  <a:pt x="0" y="0"/>
                </a:lnTo>
                <a:lnTo>
                  <a:pt x="0" y="1371600"/>
                </a:lnTo>
                <a:lnTo>
                  <a:pt x="8382000" y="1371600"/>
                </a:lnTo>
                <a:lnTo>
                  <a:pt x="8382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35940" y="1394205"/>
            <a:ext cx="77939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marR="5080" indent="-61023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622300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relationship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allows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objects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call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methods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other </a:t>
            </a:r>
            <a:r>
              <a:rPr dirty="0" sz="2400" spc="-10" b="1">
                <a:latin typeface="Times New Roman"/>
                <a:cs typeface="Times New Roman"/>
              </a:rPr>
              <a:t>objects.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9600" y="5657850"/>
            <a:ext cx="3048000" cy="120015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393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 </a:t>
            </a:r>
            <a:r>
              <a:rPr dirty="0" sz="1800" spc="-10">
                <a:latin typeface="Times New Roman"/>
                <a:cs typeface="Times New Roman"/>
              </a:rPr>
              <a:t>Student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{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/*attributes*/</a:t>
            </a:r>
            <a:endParaRPr sz="180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private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Course[]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courseList;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15000" y="4876800"/>
            <a:ext cx="3048000" cy="92583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Course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{/*attributes*/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9600" y="2209800"/>
            <a:ext cx="2590800" cy="4572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latin typeface="Arial"/>
                <a:cs typeface="Arial"/>
              </a:rPr>
              <a:t>Student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09600" y="2667000"/>
            <a:ext cx="2590800" cy="11430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1585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10" b="1">
                <a:latin typeface="Arial"/>
                <a:cs typeface="Arial"/>
              </a:rPr>
              <a:t> String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matrix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courseList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Course[]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numOfStudent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4837" y="3805237"/>
            <a:ext cx="2600325" cy="1838325"/>
            <a:chOff x="604837" y="3805237"/>
            <a:chExt cx="2600325" cy="1838325"/>
          </a:xfrm>
        </p:grpSpPr>
        <p:sp>
          <p:nvSpPr>
            <p:cNvPr id="17" name="object 17" descr=""/>
            <p:cNvSpPr/>
            <p:nvPr/>
          </p:nvSpPr>
          <p:spPr>
            <a:xfrm>
              <a:off x="609600" y="381000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2590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590800" y="18288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9600" y="381000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0" y="1828800"/>
                  </a:moveTo>
                  <a:lnTo>
                    <a:pt x="2590800" y="18288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14362" y="3732657"/>
            <a:ext cx="2581275" cy="1976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3690" marR="141605" indent="-227965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Student(String,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String, String)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getMatrix():</a:t>
            </a:r>
            <a:r>
              <a:rPr dirty="0" sz="1600" spc="-10" b="1">
                <a:latin typeface="Arial"/>
                <a:cs typeface="Arial"/>
              </a:rPr>
              <a:t> String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getNumOfStudent():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0" b="1">
                <a:latin typeface="Arial"/>
                <a:cs typeface="Arial"/>
              </a:rPr>
              <a:t> registerCourse(Course)</a:t>
            </a:r>
            <a:endParaRPr sz="1600">
              <a:latin typeface="Arial"/>
              <a:cs typeface="Arial"/>
            </a:endParaRPr>
          </a:p>
          <a:p>
            <a:pPr marL="255904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Arial"/>
                <a:cs typeface="Arial"/>
              </a:rPr>
              <a:t>: </a:t>
            </a:r>
            <a:r>
              <a:rPr dirty="0" sz="1600" spc="-20" b="1">
                <a:latin typeface="Arial"/>
                <a:cs typeface="Arial"/>
              </a:rPr>
              <a:t>void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0" b="1">
                <a:latin typeface="Arial"/>
                <a:cs typeface="Arial"/>
              </a:rPr>
              <a:t> printAllInfo():void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6167437" y="2433637"/>
          <a:ext cx="2676525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/>
              </a:tblGrid>
              <a:tr h="45720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Course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2710">
                        <a:lnSpc>
                          <a:spcPts val="164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name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code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section :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261620" marR="205740" indent="-1695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Course(String,</a:t>
                      </a:r>
                      <a:r>
                        <a:rPr dirty="0" sz="16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String, 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int)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getName()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 descr=""/>
          <p:cNvSpPr/>
          <p:nvPr/>
        </p:nvSpPr>
        <p:spPr>
          <a:xfrm>
            <a:off x="609600" y="4953000"/>
            <a:ext cx="2590800" cy="533400"/>
          </a:xfrm>
          <a:custGeom>
            <a:avLst/>
            <a:gdLst/>
            <a:ahLst/>
            <a:cxnLst/>
            <a:rect l="l" t="t" r="r" b="b"/>
            <a:pathLst>
              <a:path w="2590800" h="533400">
                <a:moveTo>
                  <a:pt x="0" y="266700"/>
                </a:moveTo>
                <a:lnTo>
                  <a:pt x="18127" y="221978"/>
                </a:lnTo>
                <a:lnTo>
                  <a:pt x="49443" y="193460"/>
                </a:lnTo>
                <a:lnTo>
                  <a:pt x="95122" y="166189"/>
                </a:lnTo>
                <a:lnTo>
                  <a:pt x="154291" y="140346"/>
                </a:lnTo>
                <a:lnTo>
                  <a:pt x="226073" y="116109"/>
                </a:lnTo>
                <a:lnTo>
                  <a:pt x="266421" y="104650"/>
                </a:lnTo>
                <a:lnTo>
                  <a:pt x="309595" y="93660"/>
                </a:lnTo>
                <a:lnTo>
                  <a:pt x="355484" y="83162"/>
                </a:lnTo>
                <a:lnTo>
                  <a:pt x="403981" y="73178"/>
                </a:lnTo>
                <a:lnTo>
                  <a:pt x="454975" y="63731"/>
                </a:lnTo>
                <a:lnTo>
                  <a:pt x="508356" y="54843"/>
                </a:lnTo>
                <a:lnTo>
                  <a:pt x="564017" y="46537"/>
                </a:lnTo>
                <a:lnTo>
                  <a:pt x="621847" y="38835"/>
                </a:lnTo>
                <a:lnTo>
                  <a:pt x="681737" y="31760"/>
                </a:lnTo>
                <a:lnTo>
                  <a:pt x="743577" y="25334"/>
                </a:lnTo>
                <a:lnTo>
                  <a:pt x="807259" y="19580"/>
                </a:lnTo>
                <a:lnTo>
                  <a:pt x="872672" y="14520"/>
                </a:lnTo>
                <a:lnTo>
                  <a:pt x="939708" y="10177"/>
                </a:lnTo>
                <a:lnTo>
                  <a:pt x="1008258" y="6573"/>
                </a:lnTo>
                <a:lnTo>
                  <a:pt x="1078211" y="3731"/>
                </a:lnTo>
                <a:lnTo>
                  <a:pt x="1149458" y="1673"/>
                </a:lnTo>
                <a:lnTo>
                  <a:pt x="1221891" y="422"/>
                </a:lnTo>
                <a:lnTo>
                  <a:pt x="1295400" y="0"/>
                </a:lnTo>
                <a:lnTo>
                  <a:pt x="1368904" y="422"/>
                </a:lnTo>
                <a:lnTo>
                  <a:pt x="1441334" y="1673"/>
                </a:lnTo>
                <a:lnTo>
                  <a:pt x="1512579" y="3731"/>
                </a:lnTo>
                <a:lnTo>
                  <a:pt x="1582530" y="6573"/>
                </a:lnTo>
                <a:lnTo>
                  <a:pt x="1651077" y="10177"/>
                </a:lnTo>
                <a:lnTo>
                  <a:pt x="1718112" y="14520"/>
                </a:lnTo>
                <a:lnTo>
                  <a:pt x="1783524" y="19580"/>
                </a:lnTo>
                <a:lnTo>
                  <a:pt x="1847205" y="25334"/>
                </a:lnTo>
                <a:lnTo>
                  <a:pt x="1909046" y="31760"/>
                </a:lnTo>
                <a:lnTo>
                  <a:pt x="1968935" y="38835"/>
                </a:lnTo>
                <a:lnTo>
                  <a:pt x="2026765" y="46537"/>
                </a:lnTo>
                <a:lnTo>
                  <a:pt x="2082426" y="54843"/>
                </a:lnTo>
                <a:lnTo>
                  <a:pt x="2135809" y="63731"/>
                </a:lnTo>
                <a:lnTo>
                  <a:pt x="2186803" y="73178"/>
                </a:lnTo>
                <a:lnTo>
                  <a:pt x="2235301" y="83162"/>
                </a:lnTo>
                <a:lnTo>
                  <a:pt x="2281192" y="93660"/>
                </a:lnTo>
                <a:lnTo>
                  <a:pt x="2324366" y="104650"/>
                </a:lnTo>
                <a:lnTo>
                  <a:pt x="2364716" y="116109"/>
                </a:lnTo>
                <a:lnTo>
                  <a:pt x="2402130" y="128015"/>
                </a:lnTo>
                <a:lnTo>
                  <a:pt x="2467718" y="153078"/>
                </a:lnTo>
                <a:lnTo>
                  <a:pt x="2520253" y="179657"/>
                </a:lnTo>
                <a:lnTo>
                  <a:pt x="2558862" y="207574"/>
                </a:lnTo>
                <a:lnTo>
                  <a:pt x="2588749" y="251563"/>
                </a:lnTo>
                <a:lnTo>
                  <a:pt x="2590800" y="266700"/>
                </a:lnTo>
                <a:lnTo>
                  <a:pt x="2588749" y="281836"/>
                </a:lnTo>
                <a:lnTo>
                  <a:pt x="2582669" y="296751"/>
                </a:lnTo>
                <a:lnTo>
                  <a:pt x="2541353" y="339939"/>
                </a:lnTo>
                <a:lnTo>
                  <a:pt x="2495672" y="367210"/>
                </a:lnTo>
                <a:lnTo>
                  <a:pt x="2436501" y="393053"/>
                </a:lnTo>
                <a:lnTo>
                  <a:pt x="2364716" y="417290"/>
                </a:lnTo>
                <a:lnTo>
                  <a:pt x="2324366" y="428749"/>
                </a:lnTo>
                <a:lnTo>
                  <a:pt x="2281192" y="439739"/>
                </a:lnTo>
                <a:lnTo>
                  <a:pt x="2235301" y="450237"/>
                </a:lnTo>
                <a:lnTo>
                  <a:pt x="2186803" y="460221"/>
                </a:lnTo>
                <a:lnTo>
                  <a:pt x="2135809" y="469668"/>
                </a:lnTo>
                <a:lnTo>
                  <a:pt x="2082426" y="478556"/>
                </a:lnTo>
                <a:lnTo>
                  <a:pt x="2026765" y="486862"/>
                </a:lnTo>
                <a:lnTo>
                  <a:pt x="1968935" y="494564"/>
                </a:lnTo>
                <a:lnTo>
                  <a:pt x="1909046" y="501639"/>
                </a:lnTo>
                <a:lnTo>
                  <a:pt x="1847205" y="508065"/>
                </a:lnTo>
                <a:lnTo>
                  <a:pt x="1783524" y="513819"/>
                </a:lnTo>
                <a:lnTo>
                  <a:pt x="1718112" y="518879"/>
                </a:lnTo>
                <a:lnTo>
                  <a:pt x="1651077" y="523222"/>
                </a:lnTo>
                <a:lnTo>
                  <a:pt x="1582530" y="526826"/>
                </a:lnTo>
                <a:lnTo>
                  <a:pt x="1512579" y="529668"/>
                </a:lnTo>
                <a:lnTo>
                  <a:pt x="1441334" y="531726"/>
                </a:lnTo>
                <a:lnTo>
                  <a:pt x="1368904" y="532977"/>
                </a:lnTo>
                <a:lnTo>
                  <a:pt x="1295400" y="533400"/>
                </a:lnTo>
                <a:lnTo>
                  <a:pt x="1221891" y="532977"/>
                </a:lnTo>
                <a:lnTo>
                  <a:pt x="1149458" y="531726"/>
                </a:lnTo>
                <a:lnTo>
                  <a:pt x="1078211" y="529668"/>
                </a:lnTo>
                <a:lnTo>
                  <a:pt x="1008258" y="526826"/>
                </a:lnTo>
                <a:lnTo>
                  <a:pt x="939708" y="523222"/>
                </a:lnTo>
                <a:lnTo>
                  <a:pt x="872672" y="518879"/>
                </a:lnTo>
                <a:lnTo>
                  <a:pt x="807259" y="513819"/>
                </a:lnTo>
                <a:lnTo>
                  <a:pt x="743577" y="508065"/>
                </a:lnTo>
                <a:lnTo>
                  <a:pt x="681737" y="501639"/>
                </a:lnTo>
                <a:lnTo>
                  <a:pt x="621847" y="494564"/>
                </a:lnTo>
                <a:lnTo>
                  <a:pt x="564017" y="486862"/>
                </a:lnTo>
                <a:lnTo>
                  <a:pt x="508356" y="478556"/>
                </a:lnTo>
                <a:lnTo>
                  <a:pt x="454975" y="469668"/>
                </a:lnTo>
                <a:lnTo>
                  <a:pt x="403981" y="460221"/>
                </a:lnTo>
                <a:lnTo>
                  <a:pt x="355484" y="450237"/>
                </a:lnTo>
                <a:lnTo>
                  <a:pt x="309595" y="439739"/>
                </a:lnTo>
                <a:lnTo>
                  <a:pt x="266421" y="428749"/>
                </a:lnTo>
                <a:lnTo>
                  <a:pt x="226073" y="417290"/>
                </a:lnTo>
                <a:lnTo>
                  <a:pt x="188660" y="405384"/>
                </a:lnTo>
                <a:lnTo>
                  <a:pt x="123075" y="380321"/>
                </a:lnTo>
                <a:lnTo>
                  <a:pt x="70542" y="353742"/>
                </a:lnTo>
                <a:lnTo>
                  <a:pt x="31935" y="325825"/>
                </a:lnTo>
                <a:lnTo>
                  <a:pt x="2050" y="281836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3200400" y="3505200"/>
            <a:ext cx="2971800" cy="152400"/>
          </a:xfrm>
          <a:custGeom>
            <a:avLst/>
            <a:gdLst/>
            <a:ahLst/>
            <a:cxnLst/>
            <a:rect l="l" t="t" r="r" b="b"/>
            <a:pathLst>
              <a:path w="2971800" h="152400">
                <a:moveTo>
                  <a:pt x="2926088" y="76190"/>
                </a:moveTo>
                <a:lnTo>
                  <a:pt x="2829179" y="129920"/>
                </a:lnTo>
                <a:lnTo>
                  <a:pt x="2823845" y="132969"/>
                </a:lnTo>
                <a:lnTo>
                  <a:pt x="2821940" y="139700"/>
                </a:lnTo>
                <a:lnTo>
                  <a:pt x="2824861" y="145033"/>
                </a:lnTo>
                <a:lnTo>
                  <a:pt x="2827909" y="150494"/>
                </a:lnTo>
                <a:lnTo>
                  <a:pt x="2834640" y="152400"/>
                </a:lnTo>
                <a:lnTo>
                  <a:pt x="2839974" y="149351"/>
                </a:lnTo>
                <a:lnTo>
                  <a:pt x="2951888" y="87249"/>
                </a:lnTo>
                <a:lnTo>
                  <a:pt x="2948940" y="87249"/>
                </a:lnTo>
                <a:lnTo>
                  <a:pt x="2948940" y="85851"/>
                </a:lnTo>
                <a:lnTo>
                  <a:pt x="2943479" y="85851"/>
                </a:lnTo>
                <a:lnTo>
                  <a:pt x="2926088" y="76190"/>
                </a:lnTo>
                <a:close/>
              </a:path>
              <a:path w="2971800" h="152400">
                <a:moveTo>
                  <a:pt x="2905988" y="65024"/>
                </a:moveTo>
                <a:lnTo>
                  <a:pt x="0" y="65024"/>
                </a:lnTo>
                <a:lnTo>
                  <a:pt x="0" y="87249"/>
                </a:lnTo>
                <a:lnTo>
                  <a:pt x="2906142" y="87249"/>
                </a:lnTo>
                <a:lnTo>
                  <a:pt x="2926088" y="76190"/>
                </a:lnTo>
                <a:lnTo>
                  <a:pt x="2905988" y="65024"/>
                </a:lnTo>
                <a:close/>
              </a:path>
              <a:path w="2971800" h="152400">
                <a:moveTo>
                  <a:pt x="2951694" y="65024"/>
                </a:moveTo>
                <a:lnTo>
                  <a:pt x="2948940" y="65024"/>
                </a:lnTo>
                <a:lnTo>
                  <a:pt x="2948940" y="87249"/>
                </a:lnTo>
                <a:lnTo>
                  <a:pt x="2951888" y="87249"/>
                </a:lnTo>
                <a:lnTo>
                  <a:pt x="2971800" y="76200"/>
                </a:lnTo>
                <a:lnTo>
                  <a:pt x="2951694" y="65024"/>
                </a:lnTo>
                <a:close/>
              </a:path>
              <a:path w="2971800" h="152400">
                <a:moveTo>
                  <a:pt x="2943479" y="66548"/>
                </a:moveTo>
                <a:lnTo>
                  <a:pt x="2926088" y="76190"/>
                </a:lnTo>
                <a:lnTo>
                  <a:pt x="2943479" y="85851"/>
                </a:lnTo>
                <a:lnTo>
                  <a:pt x="2943479" y="66548"/>
                </a:lnTo>
                <a:close/>
              </a:path>
              <a:path w="2971800" h="152400">
                <a:moveTo>
                  <a:pt x="2948940" y="66548"/>
                </a:moveTo>
                <a:lnTo>
                  <a:pt x="2943479" y="66548"/>
                </a:lnTo>
                <a:lnTo>
                  <a:pt x="2943479" y="85851"/>
                </a:lnTo>
                <a:lnTo>
                  <a:pt x="2948940" y="85851"/>
                </a:lnTo>
                <a:lnTo>
                  <a:pt x="2948940" y="66548"/>
                </a:lnTo>
                <a:close/>
              </a:path>
              <a:path w="2971800" h="152400">
                <a:moveTo>
                  <a:pt x="2834640" y="0"/>
                </a:moveTo>
                <a:lnTo>
                  <a:pt x="2827909" y="1904"/>
                </a:lnTo>
                <a:lnTo>
                  <a:pt x="2824861" y="7238"/>
                </a:lnTo>
                <a:lnTo>
                  <a:pt x="2821940" y="12700"/>
                </a:lnTo>
                <a:lnTo>
                  <a:pt x="2823845" y="19430"/>
                </a:lnTo>
                <a:lnTo>
                  <a:pt x="2926088" y="76190"/>
                </a:lnTo>
                <a:lnTo>
                  <a:pt x="2943479" y="66548"/>
                </a:lnTo>
                <a:lnTo>
                  <a:pt x="2948940" y="66548"/>
                </a:lnTo>
                <a:lnTo>
                  <a:pt x="2948940" y="65024"/>
                </a:lnTo>
                <a:lnTo>
                  <a:pt x="2951694" y="65024"/>
                </a:lnTo>
                <a:lnTo>
                  <a:pt x="2834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3584575" y="3077082"/>
            <a:ext cx="21443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i="1">
                <a:latin typeface="Arial"/>
                <a:cs typeface="Arial"/>
              </a:rPr>
              <a:t>registerCourse(Course)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63900" y="3569334"/>
            <a:ext cx="534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5..60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778753" y="3569334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81000" y="149390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512556" y="6279591"/>
            <a:ext cx="958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68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dirty="0" sz="2900" spc="-10" b="0">
                <a:latin typeface="Times New Roman"/>
                <a:cs typeface="Times New Roman"/>
              </a:rPr>
              <a:t>Association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85800" y="1371600"/>
            <a:ext cx="8229600" cy="1371600"/>
          </a:xfrm>
          <a:custGeom>
            <a:avLst/>
            <a:gdLst/>
            <a:ahLst/>
            <a:cxnLst/>
            <a:rect l="l" t="t" r="r" b="b"/>
            <a:pathLst>
              <a:path w="8229600" h="1371600">
                <a:moveTo>
                  <a:pt x="8229600" y="0"/>
                </a:moveTo>
                <a:lnTo>
                  <a:pt x="0" y="0"/>
                </a:lnTo>
                <a:lnTo>
                  <a:pt x="0" y="1371600"/>
                </a:lnTo>
                <a:lnTo>
                  <a:pt x="8229600" y="1371600"/>
                </a:lnTo>
                <a:lnTo>
                  <a:pt x="82296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64540" y="1392681"/>
            <a:ext cx="7477125" cy="1818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2300" marR="5080" indent="-610235">
              <a:lnSpc>
                <a:spcPct val="100000"/>
              </a:lnSpc>
              <a:spcBef>
                <a:spcPts val="95"/>
              </a:spcBef>
              <a:buClr>
                <a:srgbClr val="B1B1B1"/>
              </a:buClr>
              <a:buSzPct val="89285"/>
              <a:buFont typeface="Wingdings"/>
              <a:buChar char=""/>
              <a:tabLst>
                <a:tab pos="622300" algn="l"/>
              </a:tabLst>
            </a:pPr>
            <a:r>
              <a:rPr dirty="0" sz="2800" b="1">
                <a:latin typeface="Times New Roman"/>
                <a:cs typeface="Times New Roman"/>
              </a:rPr>
              <a:t>This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same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as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object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sending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another </a:t>
            </a:r>
            <a:r>
              <a:rPr dirty="0" sz="2800" b="1">
                <a:latin typeface="Times New Roman"/>
                <a:cs typeface="Times New Roman"/>
              </a:rPr>
              <a:t>object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message.</a:t>
            </a:r>
            <a:endParaRPr sz="2800">
              <a:latin typeface="Times New Roman"/>
              <a:cs typeface="Times New Roman"/>
            </a:endParaRPr>
          </a:p>
          <a:p>
            <a:pPr marL="622300" marR="1117600" indent="-61023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89285"/>
              <a:buFont typeface="Wingdings"/>
              <a:buChar char=""/>
              <a:tabLst>
                <a:tab pos="622300" algn="l"/>
              </a:tabLst>
            </a:pPr>
            <a:r>
              <a:rPr dirty="0" sz="2800" b="1">
                <a:latin typeface="Times New Roman"/>
                <a:cs typeface="Times New Roman"/>
              </a:rPr>
              <a:t>Therefore,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it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implemented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object references.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757237" y="3271837"/>
          <a:ext cx="2676525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Student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91440">
                        <a:lnSpc>
                          <a:spcPts val="158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name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matrix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courseList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Course[]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numOfStudent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marL="91440">
                        <a:lnSpc>
                          <a:spcPts val="1405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Student(String,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String,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1877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String)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getName()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getMatrix():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getNumOfStudent():</a:t>
                      </a:r>
                      <a:r>
                        <a:rPr dirty="0" sz="160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registerCourse(Course)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: 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void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printAllInfo():void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/>
          <p:nvPr/>
        </p:nvSpPr>
        <p:spPr>
          <a:xfrm>
            <a:off x="609600" y="5943600"/>
            <a:ext cx="2895600" cy="609600"/>
          </a:xfrm>
          <a:custGeom>
            <a:avLst/>
            <a:gdLst/>
            <a:ahLst/>
            <a:cxnLst/>
            <a:rect l="l" t="t" r="r" b="b"/>
            <a:pathLst>
              <a:path w="2895600" h="609600">
                <a:moveTo>
                  <a:pt x="0" y="304800"/>
                </a:moveTo>
                <a:lnTo>
                  <a:pt x="16682" y="258381"/>
                </a:lnTo>
                <a:lnTo>
                  <a:pt x="45580" y="228625"/>
                </a:lnTo>
                <a:lnTo>
                  <a:pt x="87852" y="199998"/>
                </a:lnTo>
                <a:lnTo>
                  <a:pt x="142769" y="172655"/>
                </a:lnTo>
                <a:lnTo>
                  <a:pt x="209604" y="146749"/>
                </a:lnTo>
                <a:lnTo>
                  <a:pt x="247263" y="134382"/>
                </a:lnTo>
                <a:lnTo>
                  <a:pt x="287628" y="122432"/>
                </a:lnTo>
                <a:lnTo>
                  <a:pt x="330609" y="110918"/>
                </a:lnTo>
                <a:lnTo>
                  <a:pt x="376114" y="99858"/>
                </a:lnTo>
                <a:lnTo>
                  <a:pt x="424053" y="89273"/>
                </a:lnTo>
                <a:lnTo>
                  <a:pt x="474334" y="79180"/>
                </a:lnTo>
                <a:lnTo>
                  <a:pt x="526867" y="69600"/>
                </a:lnTo>
                <a:lnTo>
                  <a:pt x="581560" y="60552"/>
                </a:lnTo>
                <a:lnTo>
                  <a:pt x="638323" y="52054"/>
                </a:lnTo>
                <a:lnTo>
                  <a:pt x="697065" y="44126"/>
                </a:lnTo>
                <a:lnTo>
                  <a:pt x="757695" y="36787"/>
                </a:lnTo>
                <a:lnTo>
                  <a:pt x="820121" y="30056"/>
                </a:lnTo>
                <a:lnTo>
                  <a:pt x="884253" y="23952"/>
                </a:lnTo>
                <a:lnTo>
                  <a:pt x="950000" y="18494"/>
                </a:lnTo>
                <a:lnTo>
                  <a:pt x="1017270" y="13703"/>
                </a:lnTo>
                <a:lnTo>
                  <a:pt x="1085974" y="9595"/>
                </a:lnTo>
                <a:lnTo>
                  <a:pt x="1156019" y="6192"/>
                </a:lnTo>
                <a:lnTo>
                  <a:pt x="1227315" y="3511"/>
                </a:lnTo>
                <a:lnTo>
                  <a:pt x="1299771" y="1573"/>
                </a:lnTo>
                <a:lnTo>
                  <a:pt x="1373296" y="396"/>
                </a:lnTo>
                <a:lnTo>
                  <a:pt x="1447800" y="0"/>
                </a:lnTo>
                <a:lnTo>
                  <a:pt x="1522303" y="396"/>
                </a:lnTo>
                <a:lnTo>
                  <a:pt x="1595828" y="1573"/>
                </a:lnTo>
                <a:lnTo>
                  <a:pt x="1668284" y="3511"/>
                </a:lnTo>
                <a:lnTo>
                  <a:pt x="1739580" y="6192"/>
                </a:lnTo>
                <a:lnTo>
                  <a:pt x="1809625" y="9595"/>
                </a:lnTo>
                <a:lnTo>
                  <a:pt x="1878329" y="13703"/>
                </a:lnTo>
                <a:lnTo>
                  <a:pt x="1945599" y="18494"/>
                </a:lnTo>
                <a:lnTo>
                  <a:pt x="2011346" y="23952"/>
                </a:lnTo>
                <a:lnTo>
                  <a:pt x="2075478" y="30056"/>
                </a:lnTo>
                <a:lnTo>
                  <a:pt x="2137904" y="36787"/>
                </a:lnTo>
                <a:lnTo>
                  <a:pt x="2198534" y="44126"/>
                </a:lnTo>
                <a:lnTo>
                  <a:pt x="2257276" y="52054"/>
                </a:lnTo>
                <a:lnTo>
                  <a:pt x="2314039" y="60552"/>
                </a:lnTo>
                <a:lnTo>
                  <a:pt x="2368732" y="69600"/>
                </a:lnTo>
                <a:lnTo>
                  <a:pt x="2421265" y="79180"/>
                </a:lnTo>
                <a:lnTo>
                  <a:pt x="2471546" y="89273"/>
                </a:lnTo>
                <a:lnTo>
                  <a:pt x="2519485" y="99858"/>
                </a:lnTo>
                <a:lnTo>
                  <a:pt x="2564990" y="110918"/>
                </a:lnTo>
                <a:lnTo>
                  <a:pt x="2607971" y="122432"/>
                </a:lnTo>
                <a:lnTo>
                  <a:pt x="2648336" y="134382"/>
                </a:lnTo>
                <a:lnTo>
                  <a:pt x="2685995" y="146749"/>
                </a:lnTo>
                <a:lnTo>
                  <a:pt x="2752830" y="172655"/>
                </a:lnTo>
                <a:lnTo>
                  <a:pt x="2807747" y="199998"/>
                </a:lnTo>
                <a:lnTo>
                  <a:pt x="2850019" y="228625"/>
                </a:lnTo>
                <a:lnTo>
                  <a:pt x="2878917" y="258381"/>
                </a:lnTo>
                <a:lnTo>
                  <a:pt x="2895600" y="304800"/>
                </a:lnTo>
                <a:lnTo>
                  <a:pt x="2893716" y="320485"/>
                </a:lnTo>
                <a:lnTo>
                  <a:pt x="2888125" y="335964"/>
                </a:lnTo>
                <a:lnTo>
                  <a:pt x="2850019" y="380974"/>
                </a:lnTo>
                <a:lnTo>
                  <a:pt x="2807747" y="409601"/>
                </a:lnTo>
                <a:lnTo>
                  <a:pt x="2752830" y="436944"/>
                </a:lnTo>
                <a:lnTo>
                  <a:pt x="2685995" y="462850"/>
                </a:lnTo>
                <a:lnTo>
                  <a:pt x="2648336" y="475217"/>
                </a:lnTo>
                <a:lnTo>
                  <a:pt x="2607971" y="487167"/>
                </a:lnTo>
                <a:lnTo>
                  <a:pt x="2564990" y="498681"/>
                </a:lnTo>
                <a:lnTo>
                  <a:pt x="2519485" y="509741"/>
                </a:lnTo>
                <a:lnTo>
                  <a:pt x="2471547" y="520326"/>
                </a:lnTo>
                <a:lnTo>
                  <a:pt x="2421265" y="530419"/>
                </a:lnTo>
                <a:lnTo>
                  <a:pt x="2368732" y="539999"/>
                </a:lnTo>
                <a:lnTo>
                  <a:pt x="2314039" y="549047"/>
                </a:lnTo>
                <a:lnTo>
                  <a:pt x="2257276" y="557545"/>
                </a:lnTo>
                <a:lnTo>
                  <a:pt x="2198534" y="565473"/>
                </a:lnTo>
                <a:lnTo>
                  <a:pt x="2137904" y="572812"/>
                </a:lnTo>
                <a:lnTo>
                  <a:pt x="2075478" y="579543"/>
                </a:lnTo>
                <a:lnTo>
                  <a:pt x="2011346" y="585647"/>
                </a:lnTo>
                <a:lnTo>
                  <a:pt x="1945599" y="591105"/>
                </a:lnTo>
                <a:lnTo>
                  <a:pt x="1878329" y="595896"/>
                </a:lnTo>
                <a:lnTo>
                  <a:pt x="1809625" y="600004"/>
                </a:lnTo>
                <a:lnTo>
                  <a:pt x="1739580" y="603407"/>
                </a:lnTo>
                <a:lnTo>
                  <a:pt x="1668284" y="606088"/>
                </a:lnTo>
                <a:lnTo>
                  <a:pt x="1595828" y="608026"/>
                </a:lnTo>
                <a:lnTo>
                  <a:pt x="1522303" y="609203"/>
                </a:lnTo>
                <a:lnTo>
                  <a:pt x="1447800" y="609600"/>
                </a:lnTo>
                <a:lnTo>
                  <a:pt x="1373296" y="609203"/>
                </a:lnTo>
                <a:lnTo>
                  <a:pt x="1299771" y="608026"/>
                </a:lnTo>
                <a:lnTo>
                  <a:pt x="1227315" y="606088"/>
                </a:lnTo>
                <a:lnTo>
                  <a:pt x="1156019" y="603407"/>
                </a:lnTo>
                <a:lnTo>
                  <a:pt x="1085974" y="600004"/>
                </a:lnTo>
                <a:lnTo>
                  <a:pt x="1017270" y="595896"/>
                </a:lnTo>
                <a:lnTo>
                  <a:pt x="950000" y="591105"/>
                </a:lnTo>
                <a:lnTo>
                  <a:pt x="884253" y="585647"/>
                </a:lnTo>
                <a:lnTo>
                  <a:pt x="820121" y="579543"/>
                </a:lnTo>
                <a:lnTo>
                  <a:pt x="757695" y="572812"/>
                </a:lnTo>
                <a:lnTo>
                  <a:pt x="697065" y="565473"/>
                </a:lnTo>
                <a:lnTo>
                  <a:pt x="638323" y="557545"/>
                </a:lnTo>
                <a:lnTo>
                  <a:pt x="581560" y="549047"/>
                </a:lnTo>
                <a:lnTo>
                  <a:pt x="526867" y="539999"/>
                </a:lnTo>
                <a:lnTo>
                  <a:pt x="474334" y="530419"/>
                </a:lnTo>
                <a:lnTo>
                  <a:pt x="424052" y="520326"/>
                </a:lnTo>
                <a:lnTo>
                  <a:pt x="376114" y="509741"/>
                </a:lnTo>
                <a:lnTo>
                  <a:pt x="330609" y="498681"/>
                </a:lnTo>
                <a:lnTo>
                  <a:pt x="287628" y="487167"/>
                </a:lnTo>
                <a:lnTo>
                  <a:pt x="247263" y="475217"/>
                </a:lnTo>
                <a:lnTo>
                  <a:pt x="209604" y="462850"/>
                </a:lnTo>
                <a:lnTo>
                  <a:pt x="142769" y="436944"/>
                </a:lnTo>
                <a:lnTo>
                  <a:pt x="87852" y="409601"/>
                </a:lnTo>
                <a:lnTo>
                  <a:pt x="45580" y="380974"/>
                </a:lnTo>
                <a:lnTo>
                  <a:pt x="16682" y="351218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6319837" y="3500437"/>
          <a:ext cx="2676525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/>
              </a:tblGrid>
              <a:tr h="45720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Course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2710">
                        <a:lnSpc>
                          <a:spcPts val="1645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name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code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section :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Course(String,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String,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61620">
                        <a:lnSpc>
                          <a:spcPct val="100000"/>
                        </a:lnSpc>
                      </a:pPr>
                      <a:r>
                        <a:rPr dirty="0" sz="1600" spc="-20" b="1">
                          <a:latin typeface="Arial"/>
                          <a:cs typeface="Arial"/>
                        </a:rPr>
                        <a:t>int)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getName()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String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76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CC99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 descr=""/>
          <p:cNvSpPr/>
          <p:nvPr/>
        </p:nvSpPr>
        <p:spPr>
          <a:xfrm>
            <a:off x="3429000" y="4114800"/>
            <a:ext cx="2590800" cy="381000"/>
          </a:xfrm>
          <a:custGeom>
            <a:avLst/>
            <a:gdLst/>
            <a:ahLst/>
            <a:cxnLst/>
            <a:rect l="l" t="t" r="r" b="b"/>
            <a:pathLst>
              <a:path w="2590800" h="381000">
                <a:moveTo>
                  <a:pt x="0" y="190500"/>
                </a:moveTo>
                <a:lnTo>
                  <a:pt x="19427" y="157462"/>
                </a:lnTo>
                <a:lnTo>
                  <a:pt x="52953" y="136434"/>
                </a:lnTo>
                <a:lnTo>
                  <a:pt x="101804" y="116371"/>
                </a:lnTo>
                <a:lnTo>
                  <a:pt x="165007" y="97416"/>
                </a:lnTo>
                <a:lnTo>
                  <a:pt x="241591" y="79712"/>
                </a:lnTo>
                <a:lnTo>
                  <a:pt x="284597" y="71374"/>
                </a:lnTo>
                <a:lnTo>
                  <a:pt x="330583" y="63403"/>
                </a:lnTo>
                <a:lnTo>
                  <a:pt x="379428" y="55816"/>
                </a:lnTo>
                <a:lnTo>
                  <a:pt x="431011" y="48631"/>
                </a:lnTo>
                <a:lnTo>
                  <a:pt x="485209" y="41867"/>
                </a:lnTo>
                <a:lnTo>
                  <a:pt x="541902" y="35541"/>
                </a:lnTo>
                <a:lnTo>
                  <a:pt x="600968" y="29671"/>
                </a:lnTo>
                <a:lnTo>
                  <a:pt x="662285" y="24276"/>
                </a:lnTo>
                <a:lnTo>
                  <a:pt x="725732" y="19372"/>
                </a:lnTo>
                <a:lnTo>
                  <a:pt x="791188" y="14978"/>
                </a:lnTo>
                <a:lnTo>
                  <a:pt x="858530" y="11111"/>
                </a:lnTo>
                <a:lnTo>
                  <a:pt x="927637" y="7791"/>
                </a:lnTo>
                <a:lnTo>
                  <a:pt x="998388" y="5034"/>
                </a:lnTo>
                <a:lnTo>
                  <a:pt x="1070662" y="2858"/>
                </a:lnTo>
                <a:lnTo>
                  <a:pt x="1144336" y="1282"/>
                </a:lnTo>
                <a:lnTo>
                  <a:pt x="1219289" y="323"/>
                </a:lnTo>
                <a:lnTo>
                  <a:pt x="1295400" y="0"/>
                </a:lnTo>
                <a:lnTo>
                  <a:pt x="1371510" y="323"/>
                </a:lnTo>
                <a:lnTo>
                  <a:pt x="1446463" y="1282"/>
                </a:lnTo>
                <a:lnTo>
                  <a:pt x="1520137" y="2858"/>
                </a:lnTo>
                <a:lnTo>
                  <a:pt x="1592411" y="5034"/>
                </a:lnTo>
                <a:lnTo>
                  <a:pt x="1663162" y="7791"/>
                </a:lnTo>
                <a:lnTo>
                  <a:pt x="1732269" y="11111"/>
                </a:lnTo>
                <a:lnTo>
                  <a:pt x="1799611" y="14978"/>
                </a:lnTo>
                <a:lnTo>
                  <a:pt x="1865067" y="19372"/>
                </a:lnTo>
                <a:lnTo>
                  <a:pt x="1928514" y="24276"/>
                </a:lnTo>
                <a:lnTo>
                  <a:pt x="1989831" y="29671"/>
                </a:lnTo>
                <a:lnTo>
                  <a:pt x="2048897" y="35541"/>
                </a:lnTo>
                <a:lnTo>
                  <a:pt x="2105590" y="41867"/>
                </a:lnTo>
                <a:lnTo>
                  <a:pt x="2159788" y="48631"/>
                </a:lnTo>
                <a:lnTo>
                  <a:pt x="2211371" y="55816"/>
                </a:lnTo>
                <a:lnTo>
                  <a:pt x="2260216" y="63403"/>
                </a:lnTo>
                <a:lnTo>
                  <a:pt x="2306202" y="71374"/>
                </a:lnTo>
                <a:lnTo>
                  <a:pt x="2349208" y="79712"/>
                </a:lnTo>
                <a:lnTo>
                  <a:pt x="2389112" y="88399"/>
                </a:lnTo>
                <a:lnTo>
                  <a:pt x="2459127" y="106746"/>
                </a:lnTo>
                <a:lnTo>
                  <a:pt x="2515275" y="126273"/>
                </a:lnTo>
                <a:lnTo>
                  <a:pt x="2556585" y="146837"/>
                </a:lnTo>
                <a:lnTo>
                  <a:pt x="2588600" y="179312"/>
                </a:lnTo>
                <a:lnTo>
                  <a:pt x="2590800" y="190500"/>
                </a:lnTo>
                <a:lnTo>
                  <a:pt x="2588600" y="201687"/>
                </a:lnTo>
                <a:lnTo>
                  <a:pt x="2582084" y="212706"/>
                </a:lnTo>
                <a:lnTo>
                  <a:pt x="2537846" y="244565"/>
                </a:lnTo>
                <a:lnTo>
                  <a:pt x="2488995" y="264628"/>
                </a:lnTo>
                <a:lnTo>
                  <a:pt x="2425792" y="283583"/>
                </a:lnTo>
                <a:lnTo>
                  <a:pt x="2349208" y="301287"/>
                </a:lnTo>
                <a:lnTo>
                  <a:pt x="2306202" y="309625"/>
                </a:lnTo>
                <a:lnTo>
                  <a:pt x="2260216" y="317596"/>
                </a:lnTo>
                <a:lnTo>
                  <a:pt x="2211371" y="325183"/>
                </a:lnTo>
                <a:lnTo>
                  <a:pt x="2159788" y="332368"/>
                </a:lnTo>
                <a:lnTo>
                  <a:pt x="2105590" y="339132"/>
                </a:lnTo>
                <a:lnTo>
                  <a:pt x="2048897" y="345458"/>
                </a:lnTo>
                <a:lnTo>
                  <a:pt x="1989831" y="351328"/>
                </a:lnTo>
                <a:lnTo>
                  <a:pt x="1928514" y="356723"/>
                </a:lnTo>
                <a:lnTo>
                  <a:pt x="1865067" y="361627"/>
                </a:lnTo>
                <a:lnTo>
                  <a:pt x="1799611" y="366021"/>
                </a:lnTo>
                <a:lnTo>
                  <a:pt x="1732269" y="369888"/>
                </a:lnTo>
                <a:lnTo>
                  <a:pt x="1663162" y="373208"/>
                </a:lnTo>
                <a:lnTo>
                  <a:pt x="1592411" y="375965"/>
                </a:lnTo>
                <a:lnTo>
                  <a:pt x="1520137" y="378141"/>
                </a:lnTo>
                <a:lnTo>
                  <a:pt x="1446463" y="379717"/>
                </a:lnTo>
                <a:lnTo>
                  <a:pt x="1371510" y="380676"/>
                </a:lnTo>
                <a:lnTo>
                  <a:pt x="1295400" y="381000"/>
                </a:lnTo>
                <a:lnTo>
                  <a:pt x="1219289" y="380676"/>
                </a:lnTo>
                <a:lnTo>
                  <a:pt x="1144336" y="379717"/>
                </a:lnTo>
                <a:lnTo>
                  <a:pt x="1070662" y="378141"/>
                </a:lnTo>
                <a:lnTo>
                  <a:pt x="998388" y="375965"/>
                </a:lnTo>
                <a:lnTo>
                  <a:pt x="927637" y="373208"/>
                </a:lnTo>
                <a:lnTo>
                  <a:pt x="858530" y="369888"/>
                </a:lnTo>
                <a:lnTo>
                  <a:pt x="791188" y="366021"/>
                </a:lnTo>
                <a:lnTo>
                  <a:pt x="725732" y="361627"/>
                </a:lnTo>
                <a:lnTo>
                  <a:pt x="662285" y="356723"/>
                </a:lnTo>
                <a:lnTo>
                  <a:pt x="600968" y="351328"/>
                </a:lnTo>
                <a:lnTo>
                  <a:pt x="541902" y="345458"/>
                </a:lnTo>
                <a:lnTo>
                  <a:pt x="485209" y="339132"/>
                </a:lnTo>
                <a:lnTo>
                  <a:pt x="431011" y="332368"/>
                </a:lnTo>
                <a:lnTo>
                  <a:pt x="379428" y="325183"/>
                </a:lnTo>
                <a:lnTo>
                  <a:pt x="330583" y="317596"/>
                </a:lnTo>
                <a:lnTo>
                  <a:pt x="284597" y="309625"/>
                </a:lnTo>
                <a:lnTo>
                  <a:pt x="241591" y="301287"/>
                </a:lnTo>
                <a:lnTo>
                  <a:pt x="201687" y="292600"/>
                </a:lnTo>
                <a:lnTo>
                  <a:pt x="131672" y="274253"/>
                </a:lnTo>
                <a:lnTo>
                  <a:pt x="75524" y="254726"/>
                </a:lnTo>
                <a:lnTo>
                  <a:pt x="34214" y="234162"/>
                </a:lnTo>
                <a:lnTo>
                  <a:pt x="2199" y="201687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352800" y="4572000"/>
            <a:ext cx="2971800" cy="152400"/>
          </a:xfrm>
          <a:custGeom>
            <a:avLst/>
            <a:gdLst/>
            <a:ahLst/>
            <a:cxnLst/>
            <a:rect l="l" t="t" r="r" b="b"/>
            <a:pathLst>
              <a:path w="2971800" h="152400">
                <a:moveTo>
                  <a:pt x="2925991" y="76136"/>
                </a:moveTo>
                <a:lnTo>
                  <a:pt x="2829179" y="129920"/>
                </a:lnTo>
                <a:lnTo>
                  <a:pt x="2823845" y="132969"/>
                </a:lnTo>
                <a:lnTo>
                  <a:pt x="2821940" y="139700"/>
                </a:lnTo>
                <a:lnTo>
                  <a:pt x="2824861" y="145033"/>
                </a:lnTo>
                <a:lnTo>
                  <a:pt x="2827909" y="150494"/>
                </a:lnTo>
                <a:lnTo>
                  <a:pt x="2834640" y="152400"/>
                </a:lnTo>
                <a:lnTo>
                  <a:pt x="2839974" y="149351"/>
                </a:lnTo>
                <a:lnTo>
                  <a:pt x="2951888" y="87249"/>
                </a:lnTo>
                <a:lnTo>
                  <a:pt x="2948940" y="87249"/>
                </a:lnTo>
                <a:lnTo>
                  <a:pt x="2948940" y="85851"/>
                </a:lnTo>
                <a:lnTo>
                  <a:pt x="2943479" y="85851"/>
                </a:lnTo>
                <a:lnTo>
                  <a:pt x="2925991" y="76136"/>
                </a:lnTo>
                <a:close/>
              </a:path>
              <a:path w="2971800" h="152400">
                <a:moveTo>
                  <a:pt x="2905988" y="65024"/>
                </a:moveTo>
                <a:lnTo>
                  <a:pt x="0" y="65024"/>
                </a:lnTo>
                <a:lnTo>
                  <a:pt x="0" y="87249"/>
                </a:lnTo>
                <a:lnTo>
                  <a:pt x="2905988" y="87249"/>
                </a:lnTo>
                <a:lnTo>
                  <a:pt x="2925991" y="76136"/>
                </a:lnTo>
                <a:lnTo>
                  <a:pt x="2905988" y="65024"/>
                </a:lnTo>
                <a:close/>
              </a:path>
              <a:path w="2971800" h="152400">
                <a:moveTo>
                  <a:pt x="2951694" y="65024"/>
                </a:moveTo>
                <a:lnTo>
                  <a:pt x="2948940" y="65024"/>
                </a:lnTo>
                <a:lnTo>
                  <a:pt x="2948940" y="87249"/>
                </a:lnTo>
                <a:lnTo>
                  <a:pt x="2951888" y="87249"/>
                </a:lnTo>
                <a:lnTo>
                  <a:pt x="2971800" y="76200"/>
                </a:lnTo>
                <a:lnTo>
                  <a:pt x="2951694" y="65024"/>
                </a:lnTo>
                <a:close/>
              </a:path>
              <a:path w="2971800" h="152400">
                <a:moveTo>
                  <a:pt x="2943479" y="66420"/>
                </a:moveTo>
                <a:lnTo>
                  <a:pt x="2925991" y="76136"/>
                </a:lnTo>
                <a:lnTo>
                  <a:pt x="2943479" y="85851"/>
                </a:lnTo>
                <a:lnTo>
                  <a:pt x="2943479" y="66420"/>
                </a:lnTo>
                <a:close/>
              </a:path>
              <a:path w="2971800" h="152400">
                <a:moveTo>
                  <a:pt x="2948940" y="66420"/>
                </a:moveTo>
                <a:lnTo>
                  <a:pt x="2943479" y="66420"/>
                </a:lnTo>
                <a:lnTo>
                  <a:pt x="2943479" y="85851"/>
                </a:lnTo>
                <a:lnTo>
                  <a:pt x="2948940" y="85851"/>
                </a:lnTo>
                <a:lnTo>
                  <a:pt x="2948940" y="66420"/>
                </a:lnTo>
                <a:close/>
              </a:path>
              <a:path w="2971800" h="152400">
                <a:moveTo>
                  <a:pt x="2834640" y="0"/>
                </a:moveTo>
                <a:lnTo>
                  <a:pt x="2827909" y="1905"/>
                </a:lnTo>
                <a:lnTo>
                  <a:pt x="2824861" y="7238"/>
                </a:lnTo>
                <a:lnTo>
                  <a:pt x="2821940" y="12700"/>
                </a:lnTo>
                <a:lnTo>
                  <a:pt x="2823845" y="19431"/>
                </a:lnTo>
                <a:lnTo>
                  <a:pt x="2925991" y="76136"/>
                </a:lnTo>
                <a:lnTo>
                  <a:pt x="2943479" y="66420"/>
                </a:lnTo>
                <a:lnTo>
                  <a:pt x="2948940" y="66420"/>
                </a:lnTo>
                <a:lnTo>
                  <a:pt x="2948940" y="65024"/>
                </a:lnTo>
                <a:lnTo>
                  <a:pt x="2951694" y="65024"/>
                </a:lnTo>
                <a:lnTo>
                  <a:pt x="2834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716273" y="4144136"/>
            <a:ext cx="2303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0000CC"/>
                </a:solidFill>
                <a:latin typeface="Arial"/>
                <a:cs typeface="Arial"/>
              </a:rPr>
              <a:t>registerCourse(Course)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16300" y="4636389"/>
            <a:ext cx="534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5..60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31153" y="4636389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525256" y="6304273"/>
            <a:ext cx="7048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0418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Association</a:t>
            </a:r>
            <a:r>
              <a:rPr dirty="0" sz="2900" spc="-50"/>
              <a:t> </a:t>
            </a:r>
            <a:r>
              <a:rPr dirty="0" sz="2900"/>
              <a:t>Example</a:t>
            </a:r>
            <a:r>
              <a:rPr dirty="0" sz="2900" spc="-20"/>
              <a:t> </a:t>
            </a:r>
            <a:r>
              <a:rPr dirty="0" sz="2900"/>
              <a:t>1:</a:t>
            </a:r>
            <a:r>
              <a:rPr dirty="0" sz="2900" spc="-10"/>
              <a:t> </a:t>
            </a:r>
            <a:r>
              <a:rPr dirty="0" sz="2900">
                <a:solidFill>
                  <a:srgbClr val="0000CC"/>
                </a:solidFill>
              </a:rPr>
              <a:t>Student</a:t>
            </a:r>
            <a:r>
              <a:rPr dirty="0" sz="2900" spc="-40">
                <a:solidFill>
                  <a:srgbClr val="0000CC"/>
                </a:solidFill>
              </a:rPr>
              <a:t> </a:t>
            </a:r>
            <a:r>
              <a:rPr dirty="0" sz="2900">
                <a:solidFill>
                  <a:srgbClr val="0000CC"/>
                </a:solidFill>
              </a:rPr>
              <a:t>register</a:t>
            </a:r>
            <a:r>
              <a:rPr dirty="0" sz="2900" spc="-15">
                <a:solidFill>
                  <a:srgbClr val="0000CC"/>
                </a:solidFill>
              </a:rPr>
              <a:t> </a:t>
            </a:r>
            <a:r>
              <a:rPr dirty="0" sz="2900" spc="-10">
                <a:solidFill>
                  <a:srgbClr val="0000CC"/>
                </a:solidFill>
              </a:rPr>
              <a:t>Course</a:t>
            </a:r>
            <a:endParaRPr sz="2900"/>
          </a:p>
        </p:txBody>
      </p:sp>
      <p:sp>
        <p:nvSpPr>
          <p:cNvPr id="5" name="object 5" descr=""/>
          <p:cNvSpPr/>
          <p:nvPr/>
        </p:nvSpPr>
        <p:spPr>
          <a:xfrm>
            <a:off x="1660525" y="1593850"/>
            <a:ext cx="0" cy="5224780"/>
          </a:xfrm>
          <a:custGeom>
            <a:avLst/>
            <a:gdLst/>
            <a:ahLst/>
            <a:cxnLst/>
            <a:rect l="l" t="t" r="r" b="b"/>
            <a:pathLst>
              <a:path w="0" h="5224780">
                <a:moveTo>
                  <a:pt x="0" y="0"/>
                </a:moveTo>
                <a:lnTo>
                  <a:pt x="0" y="52247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14400" y="1593850"/>
            <a:ext cx="0" cy="5224780"/>
          </a:xfrm>
          <a:custGeom>
            <a:avLst/>
            <a:gdLst/>
            <a:ahLst/>
            <a:cxnLst/>
            <a:rect l="l" t="t" r="r" b="b"/>
            <a:pathLst>
              <a:path w="0" h="5224780">
                <a:moveTo>
                  <a:pt x="0" y="0"/>
                </a:moveTo>
                <a:lnTo>
                  <a:pt x="0" y="52247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686800" y="1593850"/>
            <a:ext cx="0" cy="5224780"/>
          </a:xfrm>
          <a:custGeom>
            <a:avLst/>
            <a:gdLst/>
            <a:ahLst/>
            <a:cxnLst/>
            <a:rect l="l" t="t" r="r" b="b"/>
            <a:pathLst>
              <a:path w="0" h="5224780">
                <a:moveTo>
                  <a:pt x="0" y="0"/>
                </a:moveTo>
                <a:lnTo>
                  <a:pt x="0" y="52247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914400" y="1600200"/>
          <a:ext cx="7848600" cy="5204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125"/>
                <a:gridCol w="274955"/>
                <a:gridCol w="3054349"/>
                <a:gridCol w="3696970"/>
              </a:tblGrid>
              <a:tr h="296545">
                <a:tc gridSpan="4">
                  <a:txBody>
                    <a:bodyPr/>
                    <a:lstStyle/>
                    <a:p>
                      <a:pPr marL="53213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83756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import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java.util.*;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540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83756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public</a:t>
                      </a:r>
                      <a:r>
                        <a:rPr dirty="0" sz="16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TestAssociate{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108140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public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static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main(String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args[]){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114236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4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cs1</a:t>
                      </a:r>
                      <a:r>
                        <a:rPr dirty="0" sz="1600" spc="-3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Course("OOP","SCP3103",3);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114236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cs2</a:t>
                      </a:r>
                      <a:r>
                        <a:rPr dirty="0" sz="1600" spc="-3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Course("TP1","SCJ1013",3);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114236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6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cs3</a:t>
                      </a:r>
                      <a:r>
                        <a:rPr dirty="0" sz="1600" spc="-3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Course("TP2","SCJ1213",3);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114236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7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cs4</a:t>
                      </a:r>
                      <a:r>
                        <a:rPr dirty="0" sz="1600" spc="-3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Course("KP","SCP2113",3);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0825">
                <a:tc gridSpan="4">
                  <a:txBody>
                    <a:bodyPr/>
                    <a:lstStyle/>
                    <a:p>
                      <a:pPr marL="532130">
                        <a:lnSpc>
                          <a:spcPts val="1705"/>
                        </a:lnSpc>
                        <a:tabLst>
                          <a:tab pos="108140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9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Student</a:t>
                      </a:r>
                      <a:r>
                        <a:rPr dirty="0" sz="16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s1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Student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("ALI","AC1234","2SCS");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6220">
                <a:tc>
                  <a:txBody>
                    <a:bodyPr/>
                    <a:lstStyle/>
                    <a:p>
                      <a:pPr algn="r" marR="83820">
                        <a:lnSpc>
                          <a:spcPts val="165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650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s1.registerCourse(cs1);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0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s1.registerCourse(cs2);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0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s1.printAllInfo();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0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System.out.println();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Student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s2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Student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("AHMAD","AC1122","3SCK");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0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s2.registerCourse(cs1);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0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s2.registerCourse(cs3);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0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s2.registerCourse(cs4);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r" marR="83820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14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s2.printAllInfo();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r" marR="83820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714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r" marR="8382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70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908050" y="1600200"/>
            <a:ext cx="7785100" cy="0"/>
          </a:xfrm>
          <a:custGeom>
            <a:avLst/>
            <a:gdLst/>
            <a:ahLst/>
            <a:cxnLst/>
            <a:rect l="l" t="t" r="r" b="b"/>
            <a:pathLst>
              <a:path w="7785100" h="0">
                <a:moveTo>
                  <a:pt x="0" y="0"/>
                </a:moveTo>
                <a:lnTo>
                  <a:pt x="77851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525256" y="6304273"/>
            <a:ext cx="7048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50"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437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Association</a:t>
            </a:r>
            <a:r>
              <a:rPr dirty="0" sz="2900" spc="-50"/>
              <a:t> </a:t>
            </a:r>
            <a:r>
              <a:rPr dirty="0" sz="2900"/>
              <a:t>Example</a:t>
            </a:r>
            <a:r>
              <a:rPr dirty="0" sz="2900" spc="-20"/>
              <a:t> </a:t>
            </a:r>
            <a:r>
              <a:rPr dirty="0" sz="2900"/>
              <a:t>1:</a:t>
            </a:r>
            <a:r>
              <a:rPr dirty="0" sz="2900" spc="-10"/>
              <a:t> </a:t>
            </a:r>
            <a:r>
              <a:rPr dirty="0" sz="2900">
                <a:solidFill>
                  <a:srgbClr val="0000CC"/>
                </a:solidFill>
              </a:rPr>
              <a:t>Student</a:t>
            </a:r>
            <a:r>
              <a:rPr dirty="0" sz="2900" spc="-40">
                <a:solidFill>
                  <a:srgbClr val="0000CC"/>
                </a:solidFill>
              </a:rPr>
              <a:t> </a:t>
            </a:r>
            <a:r>
              <a:rPr dirty="0" sz="2900">
                <a:solidFill>
                  <a:srgbClr val="0000CC"/>
                </a:solidFill>
              </a:rPr>
              <a:t>register</a:t>
            </a:r>
            <a:r>
              <a:rPr dirty="0" sz="2900" spc="-15">
                <a:solidFill>
                  <a:srgbClr val="0000CC"/>
                </a:solidFill>
              </a:rPr>
              <a:t> </a:t>
            </a:r>
            <a:r>
              <a:rPr dirty="0" sz="2900" spc="-10">
                <a:solidFill>
                  <a:srgbClr val="0000CC"/>
                </a:solidFill>
              </a:rPr>
              <a:t>Course </a:t>
            </a:r>
            <a:r>
              <a:rPr dirty="0" sz="2900"/>
              <a:t>(Student</a:t>
            </a:r>
            <a:r>
              <a:rPr dirty="0" sz="2900" spc="-45"/>
              <a:t> </a:t>
            </a:r>
            <a:r>
              <a:rPr dirty="0" sz="2900" spc="-10"/>
              <a:t>class)</a:t>
            </a:r>
            <a:endParaRPr sz="2900"/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908050" y="1593850"/>
          <a:ext cx="7861300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125"/>
                <a:gridCol w="7026275"/>
              </a:tblGrid>
              <a:tr h="4968240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dirty="0" sz="1600" spc="-5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Student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 marR="3998595">
                        <a:lnSpc>
                          <a:spcPts val="2310"/>
                        </a:lnSpc>
                        <a:spcBef>
                          <a:spcPts val="140"/>
                        </a:spcBef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 b="1">
                          <a:latin typeface="Courier New"/>
                          <a:cs typeface="Courier New"/>
                        </a:rPr>
                        <a:t>name;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matrix;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8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Course[]</a:t>
                      </a:r>
                      <a:r>
                        <a:rPr dirty="0" sz="1600" spc="-7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courseList;</a:t>
                      </a:r>
                      <a:r>
                        <a:rPr dirty="0" sz="1600" spc="-8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//showing</a:t>
                      </a:r>
                      <a:r>
                        <a:rPr dirty="0" sz="1800" spc="-9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association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dirty="0" sz="16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numOfCourse;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 marR="1435100" indent="-60960">
                        <a:lnSpc>
                          <a:spcPct val="12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Student(String</a:t>
                      </a:r>
                      <a:r>
                        <a:rPr dirty="0" sz="16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n,String</a:t>
                      </a:r>
                      <a:r>
                        <a:rPr dirty="0" sz="1600" spc="-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m,String</a:t>
                      </a:r>
                      <a:r>
                        <a:rPr dirty="0" sz="1600" spc="-9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c){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name=n;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matrix=m;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courseList</a:t>
                      </a:r>
                      <a:r>
                        <a:rPr dirty="0" sz="1600" spc="-5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4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5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Course[10];</a:t>
                      </a:r>
                      <a:r>
                        <a:rPr dirty="0" sz="1600" spc="39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//showing</a:t>
                      </a:r>
                      <a:r>
                        <a:rPr dirty="0" sz="18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association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40080" marR="3631565" indent="-304800">
                        <a:lnSpc>
                          <a:spcPct val="12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getName()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name;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40080" marR="3388360" indent="-304800">
                        <a:lnSpc>
                          <a:spcPct val="12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getMatrix()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matrix;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593850"/>
            <a:ext cx="728980" cy="4737100"/>
            <a:chOff x="0" y="1593850"/>
            <a:chExt cx="728980" cy="4737100"/>
          </a:xfrm>
        </p:grpSpPr>
        <p:sp>
          <p:nvSpPr>
            <p:cNvPr id="3" name="object 3" descr=""/>
            <p:cNvSpPr/>
            <p:nvPr/>
          </p:nvSpPr>
          <p:spPr>
            <a:xfrm>
              <a:off x="0" y="48768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4445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600" y="1600200"/>
              <a:ext cx="500380" cy="4724400"/>
            </a:xfrm>
            <a:custGeom>
              <a:avLst/>
              <a:gdLst/>
              <a:ahLst/>
              <a:cxnLst/>
              <a:rect l="l" t="t" r="r" b="b"/>
              <a:pathLst>
                <a:path w="500380" h="4724400">
                  <a:moveTo>
                    <a:pt x="500062" y="0"/>
                  </a:moveTo>
                  <a:lnTo>
                    <a:pt x="0" y="0"/>
                  </a:lnTo>
                  <a:lnTo>
                    <a:pt x="0" y="4724400"/>
                  </a:lnTo>
                  <a:lnTo>
                    <a:pt x="500062" y="4724400"/>
                  </a:lnTo>
                  <a:lnTo>
                    <a:pt x="500062" y="0"/>
                  </a:lnTo>
                  <a:close/>
                </a:path>
              </a:pathLst>
            </a:custGeom>
            <a:solidFill>
              <a:srgbClr val="FFFF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8600" y="1593850"/>
              <a:ext cx="0" cy="4737100"/>
            </a:xfrm>
            <a:custGeom>
              <a:avLst/>
              <a:gdLst/>
              <a:ahLst/>
              <a:cxnLst/>
              <a:rect l="l" t="t" r="r" b="b"/>
              <a:pathLst>
                <a:path w="0" h="4737100">
                  <a:moveTo>
                    <a:pt x="0" y="0"/>
                  </a:moveTo>
                  <a:lnTo>
                    <a:pt x="0" y="47371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437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Association</a:t>
            </a:r>
            <a:r>
              <a:rPr dirty="0" sz="2900" spc="-50"/>
              <a:t> </a:t>
            </a:r>
            <a:r>
              <a:rPr dirty="0" sz="2900"/>
              <a:t>Example</a:t>
            </a:r>
            <a:r>
              <a:rPr dirty="0" sz="2900" spc="-20"/>
              <a:t> </a:t>
            </a:r>
            <a:r>
              <a:rPr dirty="0" sz="2900"/>
              <a:t>1:</a:t>
            </a:r>
            <a:r>
              <a:rPr dirty="0" sz="2900" spc="-10"/>
              <a:t> </a:t>
            </a:r>
            <a:r>
              <a:rPr dirty="0" sz="2900">
                <a:solidFill>
                  <a:srgbClr val="0000CC"/>
                </a:solidFill>
              </a:rPr>
              <a:t>Student</a:t>
            </a:r>
            <a:r>
              <a:rPr dirty="0" sz="2900" spc="-40">
                <a:solidFill>
                  <a:srgbClr val="0000CC"/>
                </a:solidFill>
              </a:rPr>
              <a:t> </a:t>
            </a:r>
            <a:r>
              <a:rPr dirty="0" sz="2900">
                <a:solidFill>
                  <a:srgbClr val="0000CC"/>
                </a:solidFill>
              </a:rPr>
              <a:t>register</a:t>
            </a:r>
            <a:r>
              <a:rPr dirty="0" sz="2900" spc="-15">
                <a:solidFill>
                  <a:srgbClr val="0000CC"/>
                </a:solidFill>
              </a:rPr>
              <a:t> </a:t>
            </a:r>
            <a:r>
              <a:rPr dirty="0" sz="2900" spc="-10">
                <a:solidFill>
                  <a:srgbClr val="0000CC"/>
                </a:solidFill>
              </a:rPr>
              <a:t>Course </a:t>
            </a:r>
            <a:r>
              <a:rPr dirty="0" sz="2900"/>
              <a:t>(Student</a:t>
            </a:r>
            <a:r>
              <a:rPr dirty="0" sz="2900" spc="-70"/>
              <a:t> </a:t>
            </a:r>
            <a:r>
              <a:rPr dirty="0" sz="2900"/>
              <a:t>class</a:t>
            </a:r>
            <a:r>
              <a:rPr dirty="0" sz="2900" spc="-5"/>
              <a:t> </a:t>
            </a:r>
            <a:r>
              <a:rPr dirty="0" sz="2900"/>
              <a:t>–</a:t>
            </a:r>
            <a:r>
              <a:rPr dirty="0" sz="2900" spc="-5"/>
              <a:t> </a:t>
            </a:r>
            <a:r>
              <a:rPr dirty="0" sz="2900" spc="-10"/>
              <a:t>cont.)</a:t>
            </a:r>
            <a:endParaRPr sz="2900"/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0" y="1593850"/>
          <a:ext cx="9074150" cy="472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/>
                <a:gridCol w="8263255"/>
              </a:tblGrid>
              <a:tr h="4724400">
                <a:tc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3065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39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20"/>
                        </a:lnSpc>
                        <a:tabLst>
                          <a:tab pos="4849495" algn="l"/>
                        </a:tabLst>
                      </a:pP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10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dirty="0" sz="1600" spc="-10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registerCourse(Course</a:t>
                      </a:r>
                      <a:r>
                        <a:rPr dirty="0" sz="1600" spc="-1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cs)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baseline="7716" sz="2700" b="1">
                          <a:latin typeface="Arial"/>
                          <a:cs typeface="Arial"/>
                        </a:rPr>
                        <a:t>//showing</a:t>
                      </a:r>
                      <a:r>
                        <a:rPr dirty="0" baseline="7716" sz="2700" spc="-82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7716" sz="2700" spc="-15" b="1">
                          <a:latin typeface="Arial"/>
                          <a:cs typeface="Arial"/>
                        </a:rPr>
                        <a:t>association</a:t>
                      </a:r>
                      <a:endParaRPr baseline="7716" sz="27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ts val="1900"/>
                        </a:lnSpc>
                        <a:tabLst>
                          <a:tab pos="578485" algn="l"/>
                        </a:tabLst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{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courseList[numOfCourse]</a:t>
                      </a:r>
                      <a:r>
                        <a:rPr dirty="0" sz="1600" spc="-12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12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cs;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4008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numOfCourse++;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40080" marR="4381500" indent="-30480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dirty="0" sz="16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getNumOfCourse()</a:t>
                      </a:r>
                      <a:r>
                        <a:rPr dirty="0" sz="16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numOfCourse;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579120" marR="1325245" indent="-24384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5830570" algn="l"/>
                        </a:tabLst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dirty="0" sz="1600" spc="-9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printAllInfo()</a:t>
                      </a:r>
                      <a:r>
                        <a:rPr dirty="0" sz="16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System.out.println("\nSTUDENT</a:t>
                      </a:r>
                      <a:r>
                        <a:rPr dirty="0" sz="1600" spc="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 b="1">
                          <a:latin typeface="Courier New"/>
                          <a:cs typeface="Courier New"/>
                        </a:rPr>
                        <a:t>NAME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:"+name); System.out.println("NUMBER</a:t>
                      </a:r>
                      <a:r>
                        <a:rPr dirty="0" sz="1600" spc="-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OF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SUBJECT(s)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TAKEN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:"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+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94678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numOfCourse);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579120" marR="1512570" indent="-60960">
                        <a:lnSpc>
                          <a:spcPct val="100000"/>
                        </a:lnSpc>
                        <a:tabLst>
                          <a:tab pos="6254750" algn="l"/>
                        </a:tabLst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System.out.println("LIST</a:t>
                      </a:r>
                      <a:r>
                        <a:rPr dirty="0" sz="1600" spc="-12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OF</a:t>
                      </a:r>
                      <a:r>
                        <a:rPr dirty="0" sz="1600" spc="-114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SUBJECT(s)</a:t>
                      </a:r>
                      <a:r>
                        <a:rPr dirty="0" sz="1600" spc="-12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TAKEN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600" spc="-20" b="1">
                          <a:latin typeface="Courier New"/>
                          <a:cs typeface="Courier New"/>
                        </a:rPr>
                        <a:t>:");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for(int</a:t>
                      </a:r>
                      <a:r>
                        <a:rPr dirty="0" sz="1600" spc="-1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i=0;i&lt;numOfCourse;i++)</a:t>
                      </a:r>
                      <a:r>
                        <a:rPr dirty="0" sz="1600" spc="-1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10058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Course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s=(Course)courseList[i];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100584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System.out.println((i+1)</a:t>
                      </a:r>
                      <a:r>
                        <a:rPr dirty="0" sz="1600" spc="-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".</a:t>
                      </a:r>
                      <a:r>
                        <a:rPr dirty="0" sz="1600" spc="-1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" +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 s.getName());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57912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593850"/>
            <a:ext cx="728980" cy="4371340"/>
            <a:chOff x="0" y="1593850"/>
            <a:chExt cx="728980" cy="4371340"/>
          </a:xfrm>
        </p:grpSpPr>
        <p:sp>
          <p:nvSpPr>
            <p:cNvPr id="3" name="object 3" descr=""/>
            <p:cNvSpPr/>
            <p:nvPr/>
          </p:nvSpPr>
          <p:spPr>
            <a:xfrm>
              <a:off x="0" y="48768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44450">
              <a:solidFill>
                <a:srgbClr val="3300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600" y="1600200"/>
              <a:ext cx="500380" cy="4358640"/>
            </a:xfrm>
            <a:custGeom>
              <a:avLst/>
              <a:gdLst/>
              <a:ahLst/>
              <a:cxnLst/>
              <a:rect l="l" t="t" r="r" b="b"/>
              <a:pathLst>
                <a:path w="500380" h="4358640">
                  <a:moveTo>
                    <a:pt x="500062" y="0"/>
                  </a:moveTo>
                  <a:lnTo>
                    <a:pt x="0" y="0"/>
                  </a:lnTo>
                  <a:lnTo>
                    <a:pt x="0" y="4358640"/>
                  </a:lnTo>
                  <a:lnTo>
                    <a:pt x="500062" y="4358640"/>
                  </a:lnTo>
                  <a:lnTo>
                    <a:pt x="500062" y="0"/>
                  </a:lnTo>
                  <a:close/>
                </a:path>
              </a:pathLst>
            </a:custGeom>
            <a:solidFill>
              <a:srgbClr val="FFFF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8600" y="1593850"/>
              <a:ext cx="0" cy="4371340"/>
            </a:xfrm>
            <a:custGeom>
              <a:avLst/>
              <a:gdLst/>
              <a:ahLst/>
              <a:cxnLst/>
              <a:rect l="l" t="t" r="r" b="b"/>
              <a:pathLst>
                <a:path w="0" h="4371340">
                  <a:moveTo>
                    <a:pt x="0" y="0"/>
                  </a:moveTo>
                  <a:lnTo>
                    <a:pt x="0" y="437134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11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437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Association</a:t>
            </a:r>
            <a:r>
              <a:rPr dirty="0" sz="2900" spc="-50"/>
              <a:t> </a:t>
            </a:r>
            <a:r>
              <a:rPr dirty="0" sz="2900"/>
              <a:t>Example</a:t>
            </a:r>
            <a:r>
              <a:rPr dirty="0" sz="2900" spc="-20"/>
              <a:t> </a:t>
            </a:r>
            <a:r>
              <a:rPr dirty="0" sz="2900"/>
              <a:t>1:</a:t>
            </a:r>
            <a:r>
              <a:rPr dirty="0" sz="2900" spc="-10"/>
              <a:t> </a:t>
            </a:r>
            <a:r>
              <a:rPr dirty="0" sz="2900">
                <a:solidFill>
                  <a:srgbClr val="0000CC"/>
                </a:solidFill>
              </a:rPr>
              <a:t>Student</a:t>
            </a:r>
            <a:r>
              <a:rPr dirty="0" sz="2900" spc="-40">
                <a:solidFill>
                  <a:srgbClr val="0000CC"/>
                </a:solidFill>
              </a:rPr>
              <a:t> </a:t>
            </a:r>
            <a:r>
              <a:rPr dirty="0" sz="2900">
                <a:solidFill>
                  <a:srgbClr val="0000CC"/>
                </a:solidFill>
              </a:rPr>
              <a:t>register</a:t>
            </a:r>
            <a:r>
              <a:rPr dirty="0" sz="2900" spc="-15">
                <a:solidFill>
                  <a:srgbClr val="0000CC"/>
                </a:solidFill>
              </a:rPr>
              <a:t> </a:t>
            </a:r>
            <a:r>
              <a:rPr dirty="0" sz="2900" spc="-10">
                <a:solidFill>
                  <a:srgbClr val="0000CC"/>
                </a:solidFill>
              </a:rPr>
              <a:t>Course </a:t>
            </a:r>
            <a:r>
              <a:rPr dirty="0" sz="2900"/>
              <a:t>(Course</a:t>
            </a:r>
            <a:r>
              <a:rPr dirty="0" sz="2900" spc="-40"/>
              <a:t> </a:t>
            </a:r>
            <a:r>
              <a:rPr dirty="0" sz="2900" spc="-10"/>
              <a:t>class)</a:t>
            </a:r>
            <a:endParaRPr sz="2900"/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0" y="1593850"/>
          <a:ext cx="9074150" cy="435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980"/>
                <a:gridCol w="8263255"/>
              </a:tblGrid>
              <a:tr h="4358640"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185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382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1915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Courier New"/>
                          <a:cs typeface="Courier New"/>
                        </a:rPr>
                        <a:t>10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1915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Courier New"/>
                          <a:cs typeface="Courier New"/>
                        </a:rPr>
                        <a:t>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1915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Courier New"/>
                          <a:cs typeface="Courier New"/>
                        </a:rPr>
                        <a:t>12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19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25" b="1">
                          <a:latin typeface="Courier New"/>
                          <a:cs typeface="Courier New"/>
                        </a:rPr>
                        <a:t>13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algn="r" marR="81915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Courier New"/>
                          <a:cs typeface="Courier New"/>
                        </a:rPr>
                        <a:t>14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841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760" marR="5160010" indent="-2743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8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dirty="0" sz="1800" spc="-5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Course</a:t>
                      </a:r>
                      <a:r>
                        <a:rPr dirty="0" sz="18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8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8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name;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8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8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code;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800" spc="-5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dirty="0" sz="1800" spc="-5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section;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774065" marR="2567305" indent="-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8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Course(String</a:t>
                      </a:r>
                      <a:r>
                        <a:rPr dirty="0" sz="18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n,String</a:t>
                      </a:r>
                      <a:r>
                        <a:rPr dirty="0" sz="18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c,int</a:t>
                      </a:r>
                      <a:r>
                        <a:rPr dirty="0" sz="18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 b="1">
                          <a:latin typeface="Courier New"/>
                          <a:cs typeface="Courier New"/>
                        </a:rPr>
                        <a:t>s){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name</a:t>
                      </a:r>
                      <a:r>
                        <a:rPr dirty="0" sz="18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2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35" b="1">
                          <a:latin typeface="Courier New"/>
                          <a:cs typeface="Courier New"/>
                        </a:rPr>
                        <a:t>n;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0560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code</a:t>
                      </a:r>
                      <a:r>
                        <a:rPr dirty="0" sz="18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 b="1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0560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section</a:t>
                      </a:r>
                      <a:r>
                        <a:rPr dirty="0" sz="1800" spc="-9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 b="1">
                          <a:latin typeface="Courier New"/>
                          <a:cs typeface="Courier New"/>
                        </a:rPr>
                        <a:t>=s;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05840" marR="4445635" indent="-610235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8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8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getName()</a:t>
                      </a:r>
                      <a:r>
                        <a:rPr dirty="0" sz="18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1800" spc="-5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name;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610600" y="1417637"/>
            <a:ext cx="76200" cy="182880"/>
          </a:xfrm>
          <a:custGeom>
            <a:avLst/>
            <a:gdLst/>
            <a:ahLst/>
            <a:cxnLst/>
            <a:rect l="l" t="t" r="r" b="b"/>
            <a:pathLst>
              <a:path w="76200" h="182880">
                <a:moveTo>
                  <a:pt x="0" y="182562"/>
                </a:moveTo>
                <a:lnTo>
                  <a:pt x="76200" y="182562"/>
                </a:lnTo>
                <a:lnTo>
                  <a:pt x="76200" y="0"/>
                </a:lnTo>
                <a:lnTo>
                  <a:pt x="0" y="0"/>
                </a:lnTo>
                <a:lnTo>
                  <a:pt x="0" y="182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81000" y="1493900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 h="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610600" y="1484375"/>
            <a:ext cx="76200" cy="19050"/>
          </a:xfrm>
          <a:custGeom>
            <a:avLst/>
            <a:gdLst/>
            <a:ahLst/>
            <a:cxnLst/>
            <a:rect l="l" t="t" r="r" b="b"/>
            <a:pathLst>
              <a:path w="76200" h="19050">
                <a:moveTo>
                  <a:pt x="0" y="19050"/>
                </a:moveTo>
                <a:lnTo>
                  <a:pt x="76200" y="19050"/>
                </a:lnTo>
                <a:lnTo>
                  <a:pt x="76200" y="0"/>
                </a:lnTo>
                <a:lnTo>
                  <a:pt x="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0" y="4854575"/>
            <a:ext cx="3281679" cy="971550"/>
            <a:chOff x="0" y="4854575"/>
            <a:chExt cx="3281679" cy="971550"/>
          </a:xfrm>
        </p:grpSpPr>
        <p:sp>
          <p:nvSpPr>
            <p:cNvPr id="8" name="object 8" descr=""/>
            <p:cNvSpPr/>
            <p:nvPr/>
          </p:nvSpPr>
          <p:spPr>
            <a:xfrm>
              <a:off x="0" y="4854575"/>
              <a:ext cx="609600" cy="44450"/>
            </a:xfrm>
            <a:custGeom>
              <a:avLst/>
              <a:gdLst/>
              <a:ahLst/>
              <a:cxnLst/>
              <a:rect l="l" t="t" r="r" b="b"/>
              <a:pathLst>
                <a:path w="609600" h="44450">
                  <a:moveTo>
                    <a:pt x="0" y="44450"/>
                  </a:moveTo>
                  <a:lnTo>
                    <a:pt x="609600" y="44450"/>
                  </a:lnTo>
                  <a:lnTo>
                    <a:pt x="609600" y="0"/>
                  </a:lnTo>
                  <a:lnTo>
                    <a:pt x="0" y="0"/>
                  </a:lnTo>
                  <a:lnTo>
                    <a:pt x="0" y="44450"/>
                  </a:lnTo>
                  <a:close/>
                </a:path>
              </a:pathLst>
            </a:custGeom>
            <a:solidFill>
              <a:srgbClr val="33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8600" y="4895850"/>
              <a:ext cx="3048000" cy="925830"/>
            </a:xfrm>
            <a:custGeom>
              <a:avLst/>
              <a:gdLst/>
              <a:ahLst/>
              <a:cxnLst/>
              <a:rect l="l" t="t" r="r" b="b"/>
              <a:pathLst>
                <a:path w="3048000" h="925829">
                  <a:moveTo>
                    <a:pt x="0" y="925512"/>
                  </a:moveTo>
                  <a:lnTo>
                    <a:pt x="3048000" y="925512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9255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12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93444" y="379857"/>
            <a:ext cx="7334884" cy="467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Association</a:t>
            </a:r>
            <a:r>
              <a:rPr dirty="0" sz="2900" spc="-50"/>
              <a:t> </a:t>
            </a:r>
            <a:r>
              <a:rPr dirty="0" sz="2900"/>
              <a:t>Example</a:t>
            </a:r>
            <a:r>
              <a:rPr dirty="0" sz="2900" spc="-25"/>
              <a:t> </a:t>
            </a:r>
            <a:r>
              <a:rPr dirty="0" sz="2900"/>
              <a:t>2:</a:t>
            </a:r>
            <a:r>
              <a:rPr dirty="0" sz="2900" spc="-15"/>
              <a:t> </a:t>
            </a:r>
            <a:r>
              <a:rPr dirty="0" sz="2900">
                <a:solidFill>
                  <a:srgbClr val="0000CC"/>
                </a:solidFill>
              </a:rPr>
              <a:t>Lecturer</a:t>
            </a:r>
            <a:r>
              <a:rPr dirty="0" sz="2900" spc="-20">
                <a:solidFill>
                  <a:srgbClr val="0000CC"/>
                </a:solidFill>
              </a:rPr>
              <a:t> </a:t>
            </a:r>
            <a:r>
              <a:rPr dirty="0" sz="2900">
                <a:solidFill>
                  <a:srgbClr val="0000CC"/>
                </a:solidFill>
              </a:rPr>
              <a:t>teach</a:t>
            </a:r>
            <a:r>
              <a:rPr dirty="0" sz="2900" spc="-20">
                <a:solidFill>
                  <a:srgbClr val="0000CC"/>
                </a:solidFill>
              </a:rPr>
              <a:t> </a:t>
            </a:r>
            <a:r>
              <a:rPr dirty="0" sz="2900" spc="-10">
                <a:solidFill>
                  <a:srgbClr val="0000CC"/>
                </a:solidFill>
              </a:rPr>
              <a:t>Course</a:t>
            </a:r>
            <a:endParaRPr sz="2900"/>
          </a:p>
        </p:txBody>
      </p:sp>
      <p:sp>
        <p:nvSpPr>
          <p:cNvPr id="12" name="object 12" descr=""/>
          <p:cNvSpPr/>
          <p:nvPr/>
        </p:nvSpPr>
        <p:spPr>
          <a:xfrm>
            <a:off x="457200" y="1066800"/>
            <a:ext cx="8153400" cy="1371600"/>
          </a:xfrm>
          <a:custGeom>
            <a:avLst/>
            <a:gdLst/>
            <a:ahLst/>
            <a:cxnLst/>
            <a:rect l="l" t="t" r="r" b="b"/>
            <a:pathLst>
              <a:path w="8153400" h="1371600">
                <a:moveTo>
                  <a:pt x="8153400" y="0"/>
                </a:moveTo>
                <a:lnTo>
                  <a:pt x="0" y="0"/>
                </a:lnTo>
                <a:lnTo>
                  <a:pt x="0" y="1371600"/>
                </a:lnTo>
                <a:lnTo>
                  <a:pt x="8153400" y="1371600"/>
                </a:lnTo>
                <a:lnTo>
                  <a:pt x="81534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35940" y="1087881"/>
            <a:ext cx="736536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2300" marR="5080" indent="-610235">
              <a:lnSpc>
                <a:spcPct val="100000"/>
              </a:lnSpc>
              <a:spcBef>
                <a:spcPts val="95"/>
              </a:spcBef>
              <a:buClr>
                <a:srgbClr val="B1B1B1"/>
              </a:buClr>
              <a:buSzPct val="89285"/>
              <a:buFont typeface="Wingdings"/>
              <a:buChar char=""/>
              <a:tabLst>
                <a:tab pos="622300" algn="l"/>
              </a:tabLst>
            </a:pPr>
            <a:r>
              <a:rPr dirty="0" sz="2800" b="1">
                <a:latin typeface="Times New Roman"/>
                <a:cs typeface="Times New Roman"/>
              </a:rPr>
              <a:t>Write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classes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test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classes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show </a:t>
            </a:r>
            <a:r>
              <a:rPr dirty="0" sz="2800" b="1">
                <a:latin typeface="Times New Roman"/>
                <a:cs typeface="Times New Roman"/>
              </a:rPr>
              <a:t>association</a:t>
            </a:r>
            <a:r>
              <a:rPr dirty="0" sz="2800" spc="-1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relationships</a:t>
            </a:r>
            <a:r>
              <a:rPr dirty="0" sz="2800" spc="-1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among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them.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724400" y="5429250"/>
            <a:ext cx="3657600" cy="120015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Lecturer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{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/*attributes*/</a:t>
            </a:r>
            <a:endParaRPr sz="180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private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Course[]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courseList;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8600" y="4895850"/>
            <a:ext cx="3048000" cy="92583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Course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{/*attributes*/</a:t>
            </a: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57200" y="2609850"/>
            <a:ext cx="2590800" cy="4572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latin typeface="Arial"/>
                <a:cs typeface="Arial"/>
              </a:rPr>
              <a:t>Course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57200" y="3067050"/>
            <a:ext cx="2590800" cy="9144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1645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code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-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section :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57200" y="3981450"/>
            <a:ext cx="2590800" cy="914400"/>
          </a:xfrm>
          <a:custGeom>
            <a:avLst/>
            <a:gdLst/>
            <a:ahLst/>
            <a:cxnLst/>
            <a:rect l="l" t="t" r="r" b="b"/>
            <a:pathLst>
              <a:path w="2590800" h="914400">
                <a:moveTo>
                  <a:pt x="0" y="914400"/>
                </a:moveTo>
                <a:lnTo>
                  <a:pt x="2590800" y="914400"/>
                </a:lnTo>
                <a:lnTo>
                  <a:pt x="25908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61962" y="3986212"/>
            <a:ext cx="2581275" cy="904875"/>
          </a:xfrm>
          <a:prstGeom prst="rect">
            <a:avLst/>
          </a:prstGeom>
          <a:solidFill>
            <a:srgbClr val="CCCC99"/>
          </a:solidFill>
        </p:spPr>
        <p:txBody>
          <a:bodyPr wrap="square" lIns="0" tIns="81915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645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Course(String,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String,</a:t>
            </a:r>
            <a:endParaRPr sz="16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dirty="0" sz="1600" spc="-20" b="1">
                <a:latin typeface="Arial"/>
                <a:cs typeface="Arial"/>
              </a:rPr>
              <a:t>int)</a:t>
            </a:r>
            <a:endParaRPr sz="16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276600" y="3143250"/>
            <a:ext cx="2590800" cy="381000"/>
          </a:xfrm>
          <a:custGeom>
            <a:avLst/>
            <a:gdLst/>
            <a:ahLst/>
            <a:cxnLst/>
            <a:rect l="l" t="t" r="r" b="b"/>
            <a:pathLst>
              <a:path w="2590800" h="381000">
                <a:moveTo>
                  <a:pt x="0" y="190500"/>
                </a:moveTo>
                <a:lnTo>
                  <a:pt x="19427" y="157462"/>
                </a:lnTo>
                <a:lnTo>
                  <a:pt x="52953" y="136434"/>
                </a:lnTo>
                <a:lnTo>
                  <a:pt x="101804" y="116371"/>
                </a:lnTo>
                <a:lnTo>
                  <a:pt x="165007" y="97416"/>
                </a:lnTo>
                <a:lnTo>
                  <a:pt x="241591" y="79712"/>
                </a:lnTo>
                <a:lnTo>
                  <a:pt x="284597" y="71374"/>
                </a:lnTo>
                <a:lnTo>
                  <a:pt x="330583" y="63403"/>
                </a:lnTo>
                <a:lnTo>
                  <a:pt x="379428" y="55816"/>
                </a:lnTo>
                <a:lnTo>
                  <a:pt x="431011" y="48631"/>
                </a:lnTo>
                <a:lnTo>
                  <a:pt x="485209" y="41867"/>
                </a:lnTo>
                <a:lnTo>
                  <a:pt x="541902" y="35541"/>
                </a:lnTo>
                <a:lnTo>
                  <a:pt x="600968" y="29671"/>
                </a:lnTo>
                <a:lnTo>
                  <a:pt x="662285" y="24276"/>
                </a:lnTo>
                <a:lnTo>
                  <a:pt x="725732" y="19372"/>
                </a:lnTo>
                <a:lnTo>
                  <a:pt x="791188" y="14978"/>
                </a:lnTo>
                <a:lnTo>
                  <a:pt x="858530" y="11111"/>
                </a:lnTo>
                <a:lnTo>
                  <a:pt x="927637" y="7791"/>
                </a:lnTo>
                <a:lnTo>
                  <a:pt x="998388" y="5034"/>
                </a:lnTo>
                <a:lnTo>
                  <a:pt x="1070662" y="2858"/>
                </a:lnTo>
                <a:lnTo>
                  <a:pt x="1144336" y="1282"/>
                </a:lnTo>
                <a:lnTo>
                  <a:pt x="1219289" y="323"/>
                </a:lnTo>
                <a:lnTo>
                  <a:pt x="1295400" y="0"/>
                </a:lnTo>
                <a:lnTo>
                  <a:pt x="1371510" y="323"/>
                </a:lnTo>
                <a:lnTo>
                  <a:pt x="1446463" y="1282"/>
                </a:lnTo>
                <a:lnTo>
                  <a:pt x="1520137" y="2858"/>
                </a:lnTo>
                <a:lnTo>
                  <a:pt x="1592411" y="5034"/>
                </a:lnTo>
                <a:lnTo>
                  <a:pt x="1663162" y="7791"/>
                </a:lnTo>
                <a:lnTo>
                  <a:pt x="1732269" y="11111"/>
                </a:lnTo>
                <a:lnTo>
                  <a:pt x="1799611" y="14978"/>
                </a:lnTo>
                <a:lnTo>
                  <a:pt x="1865067" y="19372"/>
                </a:lnTo>
                <a:lnTo>
                  <a:pt x="1928514" y="24276"/>
                </a:lnTo>
                <a:lnTo>
                  <a:pt x="1989831" y="29671"/>
                </a:lnTo>
                <a:lnTo>
                  <a:pt x="2048897" y="35541"/>
                </a:lnTo>
                <a:lnTo>
                  <a:pt x="2105590" y="41867"/>
                </a:lnTo>
                <a:lnTo>
                  <a:pt x="2159788" y="48631"/>
                </a:lnTo>
                <a:lnTo>
                  <a:pt x="2211371" y="55816"/>
                </a:lnTo>
                <a:lnTo>
                  <a:pt x="2260216" y="63403"/>
                </a:lnTo>
                <a:lnTo>
                  <a:pt x="2306202" y="71374"/>
                </a:lnTo>
                <a:lnTo>
                  <a:pt x="2349208" y="79712"/>
                </a:lnTo>
                <a:lnTo>
                  <a:pt x="2389112" y="88399"/>
                </a:lnTo>
                <a:lnTo>
                  <a:pt x="2459127" y="106746"/>
                </a:lnTo>
                <a:lnTo>
                  <a:pt x="2515275" y="126273"/>
                </a:lnTo>
                <a:lnTo>
                  <a:pt x="2556585" y="146837"/>
                </a:lnTo>
                <a:lnTo>
                  <a:pt x="2588600" y="179312"/>
                </a:lnTo>
                <a:lnTo>
                  <a:pt x="2590800" y="190500"/>
                </a:lnTo>
                <a:lnTo>
                  <a:pt x="2588600" y="201687"/>
                </a:lnTo>
                <a:lnTo>
                  <a:pt x="2582084" y="212706"/>
                </a:lnTo>
                <a:lnTo>
                  <a:pt x="2537846" y="244565"/>
                </a:lnTo>
                <a:lnTo>
                  <a:pt x="2488995" y="264628"/>
                </a:lnTo>
                <a:lnTo>
                  <a:pt x="2425792" y="283583"/>
                </a:lnTo>
                <a:lnTo>
                  <a:pt x="2349208" y="301287"/>
                </a:lnTo>
                <a:lnTo>
                  <a:pt x="2306202" y="309625"/>
                </a:lnTo>
                <a:lnTo>
                  <a:pt x="2260216" y="317596"/>
                </a:lnTo>
                <a:lnTo>
                  <a:pt x="2211371" y="325183"/>
                </a:lnTo>
                <a:lnTo>
                  <a:pt x="2159788" y="332368"/>
                </a:lnTo>
                <a:lnTo>
                  <a:pt x="2105590" y="339132"/>
                </a:lnTo>
                <a:lnTo>
                  <a:pt x="2048897" y="345458"/>
                </a:lnTo>
                <a:lnTo>
                  <a:pt x="1989831" y="351328"/>
                </a:lnTo>
                <a:lnTo>
                  <a:pt x="1928514" y="356723"/>
                </a:lnTo>
                <a:lnTo>
                  <a:pt x="1865067" y="361627"/>
                </a:lnTo>
                <a:lnTo>
                  <a:pt x="1799611" y="366021"/>
                </a:lnTo>
                <a:lnTo>
                  <a:pt x="1732269" y="369888"/>
                </a:lnTo>
                <a:lnTo>
                  <a:pt x="1663162" y="373208"/>
                </a:lnTo>
                <a:lnTo>
                  <a:pt x="1592411" y="375965"/>
                </a:lnTo>
                <a:lnTo>
                  <a:pt x="1520137" y="378141"/>
                </a:lnTo>
                <a:lnTo>
                  <a:pt x="1446463" y="379717"/>
                </a:lnTo>
                <a:lnTo>
                  <a:pt x="1371510" y="380676"/>
                </a:lnTo>
                <a:lnTo>
                  <a:pt x="1295400" y="381000"/>
                </a:lnTo>
                <a:lnTo>
                  <a:pt x="1219289" y="380676"/>
                </a:lnTo>
                <a:lnTo>
                  <a:pt x="1144336" y="379717"/>
                </a:lnTo>
                <a:lnTo>
                  <a:pt x="1070662" y="378141"/>
                </a:lnTo>
                <a:lnTo>
                  <a:pt x="998388" y="375965"/>
                </a:lnTo>
                <a:lnTo>
                  <a:pt x="927637" y="373208"/>
                </a:lnTo>
                <a:lnTo>
                  <a:pt x="858530" y="369888"/>
                </a:lnTo>
                <a:lnTo>
                  <a:pt x="791188" y="366021"/>
                </a:lnTo>
                <a:lnTo>
                  <a:pt x="725732" y="361627"/>
                </a:lnTo>
                <a:lnTo>
                  <a:pt x="662285" y="356723"/>
                </a:lnTo>
                <a:lnTo>
                  <a:pt x="600968" y="351328"/>
                </a:lnTo>
                <a:lnTo>
                  <a:pt x="541902" y="345458"/>
                </a:lnTo>
                <a:lnTo>
                  <a:pt x="485209" y="339132"/>
                </a:lnTo>
                <a:lnTo>
                  <a:pt x="431011" y="332368"/>
                </a:lnTo>
                <a:lnTo>
                  <a:pt x="379428" y="325183"/>
                </a:lnTo>
                <a:lnTo>
                  <a:pt x="330583" y="317596"/>
                </a:lnTo>
                <a:lnTo>
                  <a:pt x="284597" y="309625"/>
                </a:lnTo>
                <a:lnTo>
                  <a:pt x="241591" y="301287"/>
                </a:lnTo>
                <a:lnTo>
                  <a:pt x="201687" y="292600"/>
                </a:lnTo>
                <a:lnTo>
                  <a:pt x="131672" y="274253"/>
                </a:lnTo>
                <a:lnTo>
                  <a:pt x="75524" y="254726"/>
                </a:lnTo>
                <a:lnTo>
                  <a:pt x="34214" y="234162"/>
                </a:lnTo>
                <a:lnTo>
                  <a:pt x="2199" y="201687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048000" y="3600450"/>
            <a:ext cx="2971800" cy="152400"/>
          </a:xfrm>
          <a:custGeom>
            <a:avLst/>
            <a:gdLst/>
            <a:ahLst/>
            <a:cxnLst/>
            <a:rect l="l" t="t" r="r" b="b"/>
            <a:pathLst>
              <a:path w="2971800" h="152400">
                <a:moveTo>
                  <a:pt x="137160" y="0"/>
                </a:moveTo>
                <a:lnTo>
                  <a:pt x="0" y="76200"/>
                </a:lnTo>
                <a:lnTo>
                  <a:pt x="131825" y="149351"/>
                </a:lnTo>
                <a:lnTo>
                  <a:pt x="137160" y="152400"/>
                </a:lnTo>
                <a:lnTo>
                  <a:pt x="143891" y="150494"/>
                </a:lnTo>
                <a:lnTo>
                  <a:pt x="146938" y="145033"/>
                </a:lnTo>
                <a:lnTo>
                  <a:pt x="149860" y="139700"/>
                </a:lnTo>
                <a:lnTo>
                  <a:pt x="147955" y="132969"/>
                </a:lnTo>
                <a:lnTo>
                  <a:pt x="142620" y="129920"/>
                </a:lnTo>
                <a:lnTo>
                  <a:pt x="65657" y="87249"/>
                </a:lnTo>
                <a:lnTo>
                  <a:pt x="22860" y="87249"/>
                </a:lnTo>
                <a:lnTo>
                  <a:pt x="22860" y="65024"/>
                </a:lnTo>
                <a:lnTo>
                  <a:pt x="65811" y="65024"/>
                </a:lnTo>
                <a:lnTo>
                  <a:pt x="147955" y="19431"/>
                </a:lnTo>
                <a:lnTo>
                  <a:pt x="149860" y="12700"/>
                </a:lnTo>
                <a:lnTo>
                  <a:pt x="146938" y="7238"/>
                </a:lnTo>
                <a:lnTo>
                  <a:pt x="143891" y="1904"/>
                </a:lnTo>
                <a:lnTo>
                  <a:pt x="137160" y="0"/>
                </a:lnTo>
                <a:close/>
              </a:path>
              <a:path w="2971800" h="152400">
                <a:moveTo>
                  <a:pt x="65811" y="65024"/>
                </a:moveTo>
                <a:lnTo>
                  <a:pt x="22860" y="65024"/>
                </a:lnTo>
                <a:lnTo>
                  <a:pt x="22860" y="87249"/>
                </a:lnTo>
                <a:lnTo>
                  <a:pt x="65657" y="87249"/>
                </a:lnTo>
                <a:lnTo>
                  <a:pt x="63137" y="85851"/>
                </a:lnTo>
                <a:lnTo>
                  <a:pt x="28320" y="85851"/>
                </a:lnTo>
                <a:lnTo>
                  <a:pt x="28320" y="66548"/>
                </a:lnTo>
                <a:lnTo>
                  <a:pt x="63068" y="66548"/>
                </a:lnTo>
                <a:lnTo>
                  <a:pt x="65811" y="65024"/>
                </a:lnTo>
                <a:close/>
              </a:path>
              <a:path w="2971800" h="152400">
                <a:moveTo>
                  <a:pt x="2971800" y="65024"/>
                </a:moveTo>
                <a:lnTo>
                  <a:pt x="65811" y="65024"/>
                </a:lnTo>
                <a:lnTo>
                  <a:pt x="45711" y="76190"/>
                </a:lnTo>
                <a:lnTo>
                  <a:pt x="65657" y="87249"/>
                </a:lnTo>
                <a:lnTo>
                  <a:pt x="2971800" y="87249"/>
                </a:lnTo>
                <a:lnTo>
                  <a:pt x="2971800" y="65024"/>
                </a:lnTo>
                <a:close/>
              </a:path>
              <a:path w="2971800" h="152400">
                <a:moveTo>
                  <a:pt x="28320" y="66548"/>
                </a:moveTo>
                <a:lnTo>
                  <a:pt x="28320" y="85851"/>
                </a:lnTo>
                <a:lnTo>
                  <a:pt x="45711" y="76190"/>
                </a:lnTo>
                <a:lnTo>
                  <a:pt x="28320" y="66548"/>
                </a:lnTo>
                <a:close/>
              </a:path>
              <a:path w="2971800" h="152400">
                <a:moveTo>
                  <a:pt x="45711" y="76190"/>
                </a:moveTo>
                <a:lnTo>
                  <a:pt x="28320" y="85851"/>
                </a:lnTo>
                <a:lnTo>
                  <a:pt x="63137" y="85851"/>
                </a:lnTo>
                <a:lnTo>
                  <a:pt x="45711" y="76190"/>
                </a:lnTo>
                <a:close/>
              </a:path>
              <a:path w="2971800" h="152400">
                <a:moveTo>
                  <a:pt x="63068" y="66548"/>
                </a:moveTo>
                <a:lnTo>
                  <a:pt x="28320" y="66548"/>
                </a:lnTo>
                <a:lnTo>
                  <a:pt x="45711" y="76190"/>
                </a:lnTo>
                <a:lnTo>
                  <a:pt x="63068" y="66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3563873" y="3172460"/>
            <a:ext cx="14351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solidFill>
                  <a:srgbClr val="0000CC"/>
                </a:solidFill>
                <a:latin typeface="Arial"/>
                <a:cs typeface="Arial"/>
              </a:rPr>
              <a:t>Teach(Course)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019800" y="2152650"/>
            <a:ext cx="2590800" cy="457200"/>
          </a:xfrm>
          <a:prstGeom prst="rect">
            <a:avLst/>
          </a:prstGeom>
          <a:solidFill>
            <a:srgbClr val="CCCC99"/>
          </a:solidFill>
          <a:ln w="9525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latin typeface="Arial"/>
                <a:cs typeface="Arial"/>
              </a:rPr>
              <a:t>Lecturer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019800" y="2609850"/>
            <a:ext cx="2590800" cy="914400"/>
          </a:xfrm>
          <a:custGeom>
            <a:avLst/>
            <a:gdLst/>
            <a:ahLst/>
            <a:cxnLst/>
            <a:rect l="l" t="t" r="r" b="b"/>
            <a:pathLst>
              <a:path w="2590800" h="914400">
                <a:moveTo>
                  <a:pt x="2590800" y="0"/>
                </a:moveTo>
                <a:lnTo>
                  <a:pt x="0" y="0"/>
                </a:lnTo>
                <a:lnTo>
                  <a:pt x="0" y="914400"/>
                </a:lnTo>
                <a:lnTo>
                  <a:pt x="2590800" y="914400"/>
                </a:lnTo>
                <a:lnTo>
                  <a:pt x="25908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019800" y="2609850"/>
            <a:ext cx="2590800" cy="914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710">
              <a:lnSpc>
                <a:spcPts val="1645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courseList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 </a:t>
            </a:r>
            <a:r>
              <a:rPr dirty="0" sz="1600" spc="-10" b="1">
                <a:latin typeface="Arial"/>
                <a:cs typeface="Arial"/>
              </a:rPr>
              <a:t>Course[]</a:t>
            </a:r>
            <a:endParaRPr sz="160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numOfCourse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015037" y="3519487"/>
            <a:ext cx="2600325" cy="1838325"/>
            <a:chOff x="6015037" y="3519487"/>
            <a:chExt cx="2600325" cy="1838325"/>
          </a:xfrm>
        </p:grpSpPr>
        <p:sp>
          <p:nvSpPr>
            <p:cNvPr id="27" name="object 27" descr=""/>
            <p:cNvSpPr/>
            <p:nvPr/>
          </p:nvSpPr>
          <p:spPr>
            <a:xfrm>
              <a:off x="6019800" y="352425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2590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590800" y="18288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019800" y="352425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0" y="1828800"/>
                  </a:moveTo>
                  <a:lnTo>
                    <a:pt x="2590800" y="18288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6024562" y="3812540"/>
            <a:ext cx="258127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Lecturer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(String)</a:t>
            </a:r>
            <a:endParaRPr sz="16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getNumOfCourse():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teach(Course):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void</a:t>
            </a:r>
            <a:endParaRPr sz="16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printAllInfo():void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5791200" y="2762250"/>
            <a:ext cx="2819400" cy="2133600"/>
          </a:xfrm>
          <a:custGeom>
            <a:avLst/>
            <a:gdLst/>
            <a:ahLst/>
            <a:cxnLst/>
            <a:rect l="l" t="t" r="r" b="b"/>
            <a:pathLst>
              <a:path w="2819400" h="2133600">
                <a:moveTo>
                  <a:pt x="0" y="1943100"/>
                </a:moveTo>
                <a:lnTo>
                  <a:pt x="19427" y="1910062"/>
                </a:lnTo>
                <a:lnTo>
                  <a:pt x="52953" y="1889034"/>
                </a:lnTo>
                <a:lnTo>
                  <a:pt x="101804" y="1868971"/>
                </a:lnTo>
                <a:lnTo>
                  <a:pt x="165007" y="1850016"/>
                </a:lnTo>
                <a:lnTo>
                  <a:pt x="241591" y="1832312"/>
                </a:lnTo>
                <a:lnTo>
                  <a:pt x="284597" y="1823974"/>
                </a:lnTo>
                <a:lnTo>
                  <a:pt x="330583" y="1816003"/>
                </a:lnTo>
                <a:lnTo>
                  <a:pt x="379428" y="1808416"/>
                </a:lnTo>
                <a:lnTo>
                  <a:pt x="431011" y="1801231"/>
                </a:lnTo>
                <a:lnTo>
                  <a:pt x="485209" y="1794467"/>
                </a:lnTo>
                <a:lnTo>
                  <a:pt x="541902" y="1788141"/>
                </a:lnTo>
                <a:lnTo>
                  <a:pt x="600968" y="1782271"/>
                </a:lnTo>
                <a:lnTo>
                  <a:pt x="662285" y="1776876"/>
                </a:lnTo>
                <a:lnTo>
                  <a:pt x="725732" y="1771972"/>
                </a:lnTo>
                <a:lnTo>
                  <a:pt x="791188" y="1767578"/>
                </a:lnTo>
                <a:lnTo>
                  <a:pt x="858530" y="1763711"/>
                </a:lnTo>
                <a:lnTo>
                  <a:pt x="927637" y="1760391"/>
                </a:lnTo>
                <a:lnTo>
                  <a:pt x="998388" y="1757634"/>
                </a:lnTo>
                <a:lnTo>
                  <a:pt x="1070662" y="1755458"/>
                </a:lnTo>
                <a:lnTo>
                  <a:pt x="1144336" y="1753882"/>
                </a:lnTo>
                <a:lnTo>
                  <a:pt x="1219289" y="1752923"/>
                </a:lnTo>
                <a:lnTo>
                  <a:pt x="1295400" y="1752600"/>
                </a:lnTo>
                <a:lnTo>
                  <a:pt x="1371510" y="1752923"/>
                </a:lnTo>
                <a:lnTo>
                  <a:pt x="1446463" y="1753882"/>
                </a:lnTo>
                <a:lnTo>
                  <a:pt x="1520137" y="1755458"/>
                </a:lnTo>
                <a:lnTo>
                  <a:pt x="1592411" y="1757634"/>
                </a:lnTo>
                <a:lnTo>
                  <a:pt x="1663162" y="1760391"/>
                </a:lnTo>
                <a:lnTo>
                  <a:pt x="1732269" y="1763711"/>
                </a:lnTo>
                <a:lnTo>
                  <a:pt x="1799611" y="1767578"/>
                </a:lnTo>
                <a:lnTo>
                  <a:pt x="1865067" y="1771972"/>
                </a:lnTo>
                <a:lnTo>
                  <a:pt x="1928514" y="1776876"/>
                </a:lnTo>
                <a:lnTo>
                  <a:pt x="1989831" y="1782271"/>
                </a:lnTo>
                <a:lnTo>
                  <a:pt x="2048897" y="1788141"/>
                </a:lnTo>
                <a:lnTo>
                  <a:pt x="2105590" y="1794467"/>
                </a:lnTo>
                <a:lnTo>
                  <a:pt x="2159788" y="1801231"/>
                </a:lnTo>
                <a:lnTo>
                  <a:pt x="2211371" y="1808416"/>
                </a:lnTo>
                <a:lnTo>
                  <a:pt x="2260216" y="1816003"/>
                </a:lnTo>
                <a:lnTo>
                  <a:pt x="2306202" y="1823974"/>
                </a:lnTo>
                <a:lnTo>
                  <a:pt x="2349208" y="1832312"/>
                </a:lnTo>
                <a:lnTo>
                  <a:pt x="2389112" y="1840999"/>
                </a:lnTo>
                <a:lnTo>
                  <a:pt x="2459127" y="1859346"/>
                </a:lnTo>
                <a:lnTo>
                  <a:pt x="2515275" y="1878873"/>
                </a:lnTo>
                <a:lnTo>
                  <a:pt x="2556585" y="1899437"/>
                </a:lnTo>
                <a:lnTo>
                  <a:pt x="2588600" y="1931912"/>
                </a:lnTo>
                <a:lnTo>
                  <a:pt x="2590800" y="1943100"/>
                </a:lnTo>
                <a:lnTo>
                  <a:pt x="2588600" y="1954287"/>
                </a:lnTo>
                <a:lnTo>
                  <a:pt x="2582084" y="1965306"/>
                </a:lnTo>
                <a:lnTo>
                  <a:pt x="2537846" y="1997165"/>
                </a:lnTo>
                <a:lnTo>
                  <a:pt x="2488995" y="2017228"/>
                </a:lnTo>
                <a:lnTo>
                  <a:pt x="2425792" y="2036183"/>
                </a:lnTo>
                <a:lnTo>
                  <a:pt x="2349208" y="2053887"/>
                </a:lnTo>
                <a:lnTo>
                  <a:pt x="2306202" y="2062225"/>
                </a:lnTo>
                <a:lnTo>
                  <a:pt x="2260216" y="2070196"/>
                </a:lnTo>
                <a:lnTo>
                  <a:pt x="2211371" y="2077783"/>
                </a:lnTo>
                <a:lnTo>
                  <a:pt x="2159788" y="2084968"/>
                </a:lnTo>
                <a:lnTo>
                  <a:pt x="2105590" y="2091732"/>
                </a:lnTo>
                <a:lnTo>
                  <a:pt x="2048897" y="2098058"/>
                </a:lnTo>
                <a:lnTo>
                  <a:pt x="1989831" y="2103928"/>
                </a:lnTo>
                <a:lnTo>
                  <a:pt x="1928514" y="2109323"/>
                </a:lnTo>
                <a:lnTo>
                  <a:pt x="1865067" y="2114227"/>
                </a:lnTo>
                <a:lnTo>
                  <a:pt x="1799611" y="2118621"/>
                </a:lnTo>
                <a:lnTo>
                  <a:pt x="1732269" y="2122488"/>
                </a:lnTo>
                <a:lnTo>
                  <a:pt x="1663162" y="2125808"/>
                </a:lnTo>
                <a:lnTo>
                  <a:pt x="1592411" y="2128565"/>
                </a:lnTo>
                <a:lnTo>
                  <a:pt x="1520137" y="2130741"/>
                </a:lnTo>
                <a:lnTo>
                  <a:pt x="1446463" y="2132317"/>
                </a:lnTo>
                <a:lnTo>
                  <a:pt x="1371510" y="2133276"/>
                </a:lnTo>
                <a:lnTo>
                  <a:pt x="1295400" y="2133600"/>
                </a:lnTo>
                <a:lnTo>
                  <a:pt x="1219289" y="2133276"/>
                </a:lnTo>
                <a:lnTo>
                  <a:pt x="1144336" y="2132317"/>
                </a:lnTo>
                <a:lnTo>
                  <a:pt x="1070662" y="2130741"/>
                </a:lnTo>
                <a:lnTo>
                  <a:pt x="998388" y="2128565"/>
                </a:lnTo>
                <a:lnTo>
                  <a:pt x="927637" y="2125808"/>
                </a:lnTo>
                <a:lnTo>
                  <a:pt x="858530" y="2122488"/>
                </a:lnTo>
                <a:lnTo>
                  <a:pt x="791188" y="2118621"/>
                </a:lnTo>
                <a:lnTo>
                  <a:pt x="725732" y="2114227"/>
                </a:lnTo>
                <a:lnTo>
                  <a:pt x="662285" y="2109323"/>
                </a:lnTo>
                <a:lnTo>
                  <a:pt x="600968" y="2103928"/>
                </a:lnTo>
                <a:lnTo>
                  <a:pt x="541902" y="2098058"/>
                </a:lnTo>
                <a:lnTo>
                  <a:pt x="485209" y="2091732"/>
                </a:lnTo>
                <a:lnTo>
                  <a:pt x="431011" y="2084968"/>
                </a:lnTo>
                <a:lnTo>
                  <a:pt x="379428" y="2077783"/>
                </a:lnTo>
                <a:lnTo>
                  <a:pt x="330583" y="2070196"/>
                </a:lnTo>
                <a:lnTo>
                  <a:pt x="284597" y="2062225"/>
                </a:lnTo>
                <a:lnTo>
                  <a:pt x="241591" y="2053887"/>
                </a:lnTo>
                <a:lnTo>
                  <a:pt x="201687" y="2045200"/>
                </a:lnTo>
                <a:lnTo>
                  <a:pt x="131672" y="2026853"/>
                </a:lnTo>
                <a:lnTo>
                  <a:pt x="75524" y="2007326"/>
                </a:lnTo>
                <a:lnTo>
                  <a:pt x="34214" y="1986762"/>
                </a:lnTo>
                <a:lnTo>
                  <a:pt x="2199" y="1954287"/>
                </a:lnTo>
                <a:lnTo>
                  <a:pt x="0" y="1943100"/>
                </a:lnTo>
                <a:close/>
              </a:path>
              <a:path w="2819400" h="2133600">
                <a:moveTo>
                  <a:pt x="228600" y="190500"/>
                </a:moveTo>
                <a:lnTo>
                  <a:pt x="248027" y="157462"/>
                </a:lnTo>
                <a:lnTo>
                  <a:pt x="281553" y="136434"/>
                </a:lnTo>
                <a:lnTo>
                  <a:pt x="330404" y="116371"/>
                </a:lnTo>
                <a:lnTo>
                  <a:pt x="393607" y="97416"/>
                </a:lnTo>
                <a:lnTo>
                  <a:pt x="470191" y="79712"/>
                </a:lnTo>
                <a:lnTo>
                  <a:pt x="513197" y="71374"/>
                </a:lnTo>
                <a:lnTo>
                  <a:pt x="559183" y="63403"/>
                </a:lnTo>
                <a:lnTo>
                  <a:pt x="608028" y="55816"/>
                </a:lnTo>
                <a:lnTo>
                  <a:pt x="659611" y="48631"/>
                </a:lnTo>
                <a:lnTo>
                  <a:pt x="713809" y="41867"/>
                </a:lnTo>
                <a:lnTo>
                  <a:pt x="770502" y="35541"/>
                </a:lnTo>
                <a:lnTo>
                  <a:pt x="829568" y="29671"/>
                </a:lnTo>
                <a:lnTo>
                  <a:pt x="890885" y="24276"/>
                </a:lnTo>
                <a:lnTo>
                  <a:pt x="954332" y="19372"/>
                </a:lnTo>
                <a:lnTo>
                  <a:pt x="1019788" y="14978"/>
                </a:lnTo>
                <a:lnTo>
                  <a:pt x="1087130" y="11111"/>
                </a:lnTo>
                <a:lnTo>
                  <a:pt x="1156237" y="7791"/>
                </a:lnTo>
                <a:lnTo>
                  <a:pt x="1226988" y="5034"/>
                </a:lnTo>
                <a:lnTo>
                  <a:pt x="1299262" y="2858"/>
                </a:lnTo>
                <a:lnTo>
                  <a:pt x="1372936" y="1282"/>
                </a:lnTo>
                <a:lnTo>
                  <a:pt x="1447889" y="323"/>
                </a:lnTo>
                <a:lnTo>
                  <a:pt x="1524000" y="0"/>
                </a:lnTo>
                <a:lnTo>
                  <a:pt x="1600110" y="323"/>
                </a:lnTo>
                <a:lnTo>
                  <a:pt x="1675063" y="1282"/>
                </a:lnTo>
                <a:lnTo>
                  <a:pt x="1748737" y="2858"/>
                </a:lnTo>
                <a:lnTo>
                  <a:pt x="1821011" y="5034"/>
                </a:lnTo>
                <a:lnTo>
                  <a:pt x="1891762" y="7791"/>
                </a:lnTo>
                <a:lnTo>
                  <a:pt x="1960869" y="11111"/>
                </a:lnTo>
                <a:lnTo>
                  <a:pt x="2028211" y="14978"/>
                </a:lnTo>
                <a:lnTo>
                  <a:pt x="2093667" y="19372"/>
                </a:lnTo>
                <a:lnTo>
                  <a:pt x="2157114" y="24276"/>
                </a:lnTo>
                <a:lnTo>
                  <a:pt x="2218431" y="29671"/>
                </a:lnTo>
                <a:lnTo>
                  <a:pt x="2277497" y="35541"/>
                </a:lnTo>
                <a:lnTo>
                  <a:pt x="2334190" y="41867"/>
                </a:lnTo>
                <a:lnTo>
                  <a:pt x="2388388" y="48631"/>
                </a:lnTo>
                <a:lnTo>
                  <a:pt x="2439971" y="55816"/>
                </a:lnTo>
                <a:lnTo>
                  <a:pt x="2488816" y="63403"/>
                </a:lnTo>
                <a:lnTo>
                  <a:pt x="2534802" y="71374"/>
                </a:lnTo>
                <a:lnTo>
                  <a:pt x="2577808" y="79712"/>
                </a:lnTo>
                <a:lnTo>
                  <a:pt x="2617712" y="88399"/>
                </a:lnTo>
                <a:lnTo>
                  <a:pt x="2687727" y="106746"/>
                </a:lnTo>
                <a:lnTo>
                  <a:pt x="2743875" y="126273"/>
                </a:lnTo>
                <a:lnTo>
                  <a:pt x="2785185" y="146837"/>
                </a:lnTo>
                <a:lnTo>
                  <a:pt x="2817200" y="179312"/>
                </a:lnTo>
                <a:lnTo>
                  <a:pt x="2819400" y="190500"/>
                </a:lnTo>
                <a:lnTo>
                  <a:pt x="2817200" y="201687"/>
                </a:lnTo>
                <a:lnTo>
                  <a:pt x="2810684" y="212706"/>
                </a:lnTo>
                <a:lnTo>
                  <a:pt x="2766446" y="244565"/>
                </a:lnTo>
                <a:lnTo>
                  <a:pt x="2717595" y="264628"/>
                </a:lnTo>
                <a:lnTo>
                  <a:pt x="2654392" y="283583"/>
                </a:lnTo>
                <a:lnTo>
                  <a:pt x="2577808" y="301287"/>
                </a:lnTo>
                <a:lnTo>
                  <a:pt x="2534802" y="309625"/>
                </a:lnTo>
                <a:lnTo>
                  <a:pt x="2488816" y="317596"/>
                </a:lnTo>
                <a:lnTo>
                  <a:pt x="2439971" y="325183"/>
                </a:lnTo>
                <a:lnTo>
                  <a:pt x="2388388" y="332368"/>
                </a:lnTo>
                <a:lnTo>
                  <a:pt x="2334190" y="339132"/>
                </a:lnTo>
                <a:lnTo>
                  <a:pt x="2277497" y="345458"/>
                </a:lnTo>
                <a:lnTo>
                  <a:pt x="2218431" y="351328"/>
                </a:lnTo>
                <a:lnTo>
                  <a:pt x="2157114" y="356723"/>
                </a:lnTo>
                <a:lnTo>
                  <a:pt x="2093667" y="361627"/>
                </a:lnTo>
                <a:lnTo>
                  <a:pt x="2028211" y="366021"/>
                </a:lnTo>
                <a:lnTo>
                  <a:pt x="1960869" y="369888"/>
                </a:lnTo>
                <a:lnTo>
                  <a:pt x="1891762" y="373208"/>
                </a:lnTo>
                <a:lnTo>
                  <a:pt x="1821011" y="375965"/>
                </a:lnTo>
                <a:lnTo>
                  <a:pt x="1748737" y="378141"/>
                </a:lnTo>
                <a:lnTo>
                  <a:pt x="1675063" y="379717"/>
                </a:lnTo>
                <a:lnTo>
                  <a:pt x="1600110" y="380676"/>
                </a:lnTo>
                <a:lnTo>
                  <a:pt x="1524000" y="381000"/>
                </a:lnTo>
                <a:lnTo>
                  <a:pt x="1447889" y="380676"/>
                </a:lnTo>
                <a:lnTo>
                  <a:pt x="1372936" y="379717"/>
                </a:lnTo>
                <a:lnTo>
                  <a:pt x="1299262" y="378141"/>
                </a:lnTo>
                <a:lnTo>
                  <a:pt x="1226988" y="375965"/>
                </a:lnTo>
                <a:lnTo>
                  <a:pt x="1156237" y="373208"/>
                </a:lnTo>
                <a:lnTo>
                  <a:pt x="1087130" y="369888"/>
                </a:lnTo>
                <a:lnTo>
                  <a:pt x="1019788" y="366021"/>
                </a:lnTo>
                <a:lnTo>
                  <a:pt x="954332" y="361627"/>
                </a:lnTo>
                <a:lnTo>
                  <a:pt x="890885" y="356723"/>
                </a:lnTo>
                <a:lnTo>
                  <a:pt x="829568" y="351328"/>
                </a:lnTo>
                <a:lnTo>
                  <a:pt x="770502" y="345458"/>
                </a:lnTo>
                <a:lnTo>
                  <a:pt x="713809" y="339132"/>
                </a:lnTo>
                <a:lnTo>
                  <a:pt x="659611" y="332368"/>
                </a:lnTo>
                <a:lnTo>
                  <a:pt x="608028" y="325183"/>
                </a:lnTo>
                <a:lnTo>
                  <a:pt x="559183" y="317596"/>
                </a:lnTo>
                <a:lnTo>
                  <a:pt x="513197" y="309625"/>
                </a:lnTo>
                <a:lnTo>
                  <a:pt x="470191" y="301287"/>
                </a:lnTo>
                <a:lnTo>
                  <a:pt x="430287" y="292600"/>
                </a:lnTo>
                <a:lnTo>
                  <a:pt x="360272" y="274253"/>
                </a:lnTo>
                <a:lnTo>
                  <a:pt x="304124" y="254726"/>
                </a:lnTo>
                <a:lnTo>
                  <a:pt x="262814" y="234162"/>
                </a:lnTo>
                <a:lnTo>
                  <a:pt x="230799" y="201687"/>
                </a:lnTo>
                <a:lnTo>
                  <a:pt x="228600" y="1905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3263900" y="3664711"/>
            <a:ext cx="4070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"/>
                <a:cs typeface="Arial"/>
              </a:rPr>
              <a:t>0..3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778753" y="366471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7680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 h="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444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55152" y="60756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13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377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Association</a:t>
            </a:r>
            <a:r>
              <a:rPr dirty="0" sz="2800" spc="-100"/>
              <a:t> </a:t>
            </a:r>
            <a:r>
              <a:rPr dirty="0" sz="2800"/>
              <a:t>Example</a:t>
            </a:r>
            <a:r>
              <a:rPr dirty="0" sz="2800" spc="-85"/>
              <a:t> </a:t>
            </a:r>
            <a:r>
              <a:rPr dirty="0" sz="2800"/>
              <a:t>3:</a:t>
            </a:r>
            <a:r>
              <a:rPr dirty="0" sz="2800" spc="-90"/>
              <a:t> </a:t>
            </a:r>
            <a:r>
              <a:rPr dirty="0" sz="2800"/>
              <a:t>Bidirectional</a:t>
            </a:r>
            <a:r>
              <a:rPr dirty="0" sz="2800" spc="-90"/>
              <a:t> </a:t>
            </a:r>
            <a:r>
              <a:rPr dirty="0" sz="2800" spc="-10"/>
              <a:t>Relationship </a:t>
            </a:r>
            <a:r>
              <a:rPr dirty="0" sz="2800">
                <a:solidFill>
                  <a:srgbClr val="0000CC"/>
                </a:solidFill>
              </a:rPr>
              <a:t>Student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register</a:t>
            </a:r>
            <a:r>
              <a:rPr dirty="0" sz="2800" spc="-8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30">
                <a:solidFill>
                  <a:srgbClr val="0000CC"/>
                </a:solidFill>
              </a:rPr>
              <a:t> </a:t>
            </a:r>
            <a:r>
              <a:rPr dirty="0" sz="2800"/>
              <a:t>and</a:t>
            </a:r>
            <a:r>
              <a:rPr dirty="0" sz="2800" spc="-40"/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6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add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 spc="-10">
                <a:solidFill>
                  <a:srgbClr val="0000CC"/>
                </a:solidFill>
              </a:rPr>
              <a:t>Students</a:t>
            </a:r>
            <a:endParaRPr sz="2800"/>
          </a:p>
        </p:txBody>
      </p:sp>
      <p:grpSp>
        <p:nvGrpSpPr>
          <p:cNvPr id="5" name="object 5" descr=""/>
          <p:cNvGrpSpPr/>
          <p:nvPr/>
        </p:nvGrpSpPr>
        <p:grpSpPr>
          <a:xfrm>
            <a:off x="223837" y="5424487"/>
            <a:ext cx="3667125" cy="1209675"/>
            <a:chOff x="223837" y="5424487"/>
            <a:chExt cx="3667125" cy="1209675"/>
          </a:xfrm>
        </p:grpSpPr>
        <p:sp>
          <p:nvSpPr>
            <p:cNvPr id="6" name="object 6" descr=""/>
            <p:cNvSpPr/>
            <p:nvPr/>
          </p:nvSpPr>
          <p:spPr>
            <a:xfrm>
              <a:off x="228600" y="5429250"/>
              <a:ext cx="3657600" cy="1200150"/>
            </a:xfrm>
            <a:custGeom>
              <a:avLst/>
              <a:gdLst/>
              <a:ahLst/>
              <a:cxnLst/>
              <a:rect l="l" t="t" r="r" b="b"/>
              <a:pathLst>
                <a:path w="3657600" h="1200150">
                  <a:moveTo>
                    <a:pt x="3657600" y="0"/>
                  </a:moveTo>
                  <a:lnTo>
                    <a:pt x="0" y="0"/>
                  </a:lnTo>
                  <a:lnTo>
                    <a:pt x="0" y="1200150"/>
                  </a:lnTo>
                  <a:lnTo>
                    <a:pt x="3657600" y="120015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28600" y="5429250"/>
              <a:ext cx="3657600" cy="1200150"/>
            </a:xfrm>
            <a:custGeom>
              <a:avLst/>
              <a:gdLst/>
              <a:ahLst/>
              <a:cxnLst/>
              <a:rect l="l" t="t" r="r" b="b"/>
              <a:pathLst>
                <a:path w="3657600" h="1200150">
                  <a:moveTo>
                    <a:pt x="0" y="1200150"/>
                  </a:moveTo>
                  <a:lnTo>
                    <a:pt x="3657600" y="1200150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07340" y="5455716"/>
            <a:ext cx="290639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Student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{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/*attributes*/</a:t>
            </a:r>
            <a:endParaRPr sz="18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private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Course[]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courseList;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710237" y="5424487"/>
            <a:ext cx="3057525" cy="1209675"/>
            <a:chOff x="5710237" y="5424487"/>
            <a:chExt cx="3057525" cy="1209675"/>
          </a:xfrm>
        </p:grpSpPr>
        <p:sp>
          <p:nvSpPr>
            <p:cNvPr id="10" name="object 10" descr=""/>
            <p:cNvSpPr/>
            <p:nvPr/>
          </p:nvSpPr>
          <p:spPr>
            <a:xfrm>
              <a:off x="5715000" y="5429250"/>
              <a:ext cx="3048000" cy="1200150"/>
            </a:xfrm>
            <a:custGeom>
              <a:avLst/>
              <a:gdLst/>
              <a:ahLst/>
              <a:cxnLst/>
              <a:rect l="l" t="t" r="r" b="b"/>
              <a:pathLst>
                <a:path w="3048000" h="1200150">
                  <a:moveTo>
                    <a:pt x="3048000" y="0"/>
                  </a:moveTo>
                  <a:lnTo>
                    <a:pt x="0" y="0"/>
                  </a:lnTo>
                  <a:lnTo>
                    <a:pt x="0" y="1200150"/>
                  </a:lnTo>
                  <a:lnTo>
                    <a:pt x="3048000" y="120015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15000" y="5429250"/>
              <a:ext cx="3048000" cy="1200150"/>
            </a:xfrm>
            <a:custGeom>
              <a:avLst/>
              <a:gdLst/>
              <a:ahLst/>
              <a:cxnLst/>
              <a:rect l="l" t="t" r="r" b="b"/>
              <a:pathLst>
                <a:path w="3048000" h="1200150">
                  <a:moveTo>
                    <a:pt x="0" y="1200150"/>
                  </a:moveTo>
                  <a:lnTo>
                    <a:pt x="3048000" y="120015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12001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794628" y="5455716"/>
            <a:ext cx="24834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Course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{/*attributes*/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200"/>
              </a:spcBef>
            </a:pPr>
            <a:r>
              <a:rPr dirty="0" sz="1600" b="1">
                <a:latin typeface="Arial"/>
                <a:cs typeface="Arial"/>
              </a:rPr>
              <a:t>private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Student[]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stuList;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 spc="-10">
                <a:latin typeface="Times New Roman"/>
                <a:cs typeface="Times New Roman"/>
              </a:rPr>
              <a:t>/*methods*/}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15037" y="2357437"/>
            <a:ext cx="2600325" cy="466725"/>
            <a:chOff x="6015037" y="2357437"/>
            <a:chExt cx="2600325" cy="466725"/>
          </a:xfrm>
        </p:grpSpPr>
        <p:sp>
          <p:nvSpPr>
            <p:cNvPr id="14" name="object 14" descr=""/>
            <p:cNvSpPr/>
            <p:nvPr/>
          </p:nvSpPr>
          <p:spPr>
            <a:xfrm>
              <a:off x="6019800" y="2362200"/>
              <a:ext cx="2590800" cy="457200"/>
            </a:xfrm>
            <a:custGeom>
              <a:avLst/>
              <a:gdLst/>
              <a:ahLst/>
              <a:cxnLst/>
              <a:rect l="l" t="t" r="r" b="b"/>
              <a:pathLst>
                <a:path w="2590800" h="457200">
                  <a:moveTo>
                    <a:pt x="2590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590800" y="4572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19800" y="2362200"/>
              <a:ext cx="2590800" cy="457200"/>
            </a:xfrm>
            <a:custGeom>
              <a:avLst/>
              <a:gdLst/>
              <a:ahLst/>
              <a:cxnLst/>
              <a:rect l="l" t="t" r="r" b="b"/>
              <a:pathLst>
                <a:path w="2590800" h="457200">
                  <a:moveTo>
                    <a:pt x="0" y="457200"/>
                  </a:moveTo>
                  <a:lnTo>
                    <a:pt x="2590800" y="4572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935469" y="2435478"/>
            <a:ext cx="761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Course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15037" y="2814637"/>
            <a:ext cx="2600325" cy="2600325"/>
            <a:chOff x="6015037" y="2814637"/>
            <a:chExt cx="2600325" cy="2600325"/>
          </a:xfrm>
        </p:grpSpPr>
        <p:sp>
          <p:nvSpPr>
            <p:cNvPr id="18" name="object 18" descr=""/>
            <p:cNvSpPr/>
            <p:nvPr/>
          </p:nvSpPr>
          <p:spPr>
            <a:xfrm>
              <a:off x="6019800" y="2819400"/>
              <a:ext cx="2590800" cy="1219200"/>
            </a:xfrm>
            <a:custGeom>
              <a:avLst/>
              <a:gdLst/>
              <a:ahLst/>
              <a:cxnLst/>
              <a:rect l="l" t="t" r="r" b="b"/>
              <a:pathLst>
                <a:path w="2590800" h="1219200">
                  <a:moveTo>
                    <a:pt x="25908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590800" y="12192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19800" y="2819400"/>
              <a:ext cx="2590800" cy="1219200"/>
            </a:xfrm>
            <a:custGeom>
              <a:avLst/>
              <a:gdLst/>
              <a:ahLst/>
              <a:cxnLst/>
              <a:rect l="l" t="t" r="r" b="b"/>
              <a:pathLst>
                <a:path w="2590800" h="1219200">
                  <a:moveTo>
                    <a:pt x="0" y="1219200"/>
                  </a:moveTo>
                  <a:lnTo>
                    <a:pt x="2590800" y="12192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219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19800" y="4038600"/>
              <a:ext cx="2590800" cy="1371600"/>
            </a:xfrm>
            <a:custGeom>
              <a:avLst/>
              <a:gdLst/>
              <a:ahLst/>
              <a:cxnLst/>
              <a:rect l="l" t="t" r="r" b="b"/>
              <a:pathLst>
                <a:path w="2590800" h="1371600">
                  <a:moveTo>
                    <a:pt x="25908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2590800" y="13716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19800" y="4038600"/>
              <a:ext cx="2590800" cy="1371600"/>
            </a:xfrm>
            <a:custGeom>
              <a:avLst/>
              <a:gdLst/>
              <a:ahLst/>
              <a:cxnLst/>
              <a:rect l="l" t="t" r="r" b="b"/>
              <a:pathLst>
                <a:path w="2590800" h="1371600">
                  <a:moveTo>
                    <a:pt x="0" y="1371600"/>
                  </a:moveTo>
                  <a:lnTo>
                    <a:pt x="2590800" y="13716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099809" y="2924682"/>
            <a:ext cx="2310130" cy="1320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code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36525" indent="-123825">
              <a:lnSpc>
                <a:spcPct val="100000"/>
              </a:lnSpc>
              <a:buFont typeface="Arial"/>
              <a:buChar char="-"/>
              <a:tabLst>
                <a:tab pos="136525" algn="l"/>
              </a:tabLst>
            </a:pPr>
            <a:r>
              <a:rPr dirty="0" sz="1600" b="1">
                <a:latin typeface="Arial"/>
                <a:cs typeface="Arial"/>
              </a:rPr>
              <a:t>section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  <a:p>
            <a:pPr marL="136525" indent="-123825">
              <a:lnSpc>
                <a:spcPct val="100000"/>
              </a:lnSpc>
              <a:buFont typeface="Arial"/>
              <a:buChar char="-"/>
              <a:tabLst>
                <a:tab pos="136525" algn="l"/>
              </a:tabLst>
            </a:pPr>
            <a:r>
              <a:rPr dirty="0" sz="1600" b="1">
                <a:latin typeface="Arial"/>
                <a:cs typeface="Arial"/>
              </a:rPr>
              <a:t>stuList: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Student[]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Course(String,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String,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099809" y="4220336"/>
            <a:ext cx="221424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Arial"/>
                <a:cs typeface="Arial"/>
              </a:rPr>
              <a:t>int)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addStudent(Course):</a:t>
            </a:r>
            <a:endParaRPr sz="1600">
              <a:latin typeface="Arial"/>
              <a:cs typeface="Arial"/>
            </a:endParaRPr>
          </a:p>
          <a:p>
            <a:pPr marL="181610">
              <a:lnSpc>
                <a:spcPct val="100000"/>
              </a:lnSpc>
            </a:pPr>
            <a:r>
              <a:rPr dirty="0" sz="1600" spc="-20" b="1">
                <a:latin typeface="Arial"/>
                <a:cs typeface="Arial"/>
              </a:rPr>
              <a:t>void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printAllInfo():void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036887" y="2814637"/>
            <a:ext cx="2994025" cy="549275"/>
            <a:chOff x="3036887" y="2814637"/>
            <a:chExt cx="2994025" cy="549275"/>
          </a:xfrm>
        </p:grpSpPr>
        <p:sp>
          <p:nvSpPr>
            <p:cNvPr id="25" name="object 25" descr=""/>
            <p:cNvSpPr/>
            <p:nvPr/>
          </p:nvSpPr>
          <p:spPr>
            <a:xfrm>
              <a:off x="3276600" y="2819400"/>
              <a:ext cx="2590800" cy="381000"/>
            </a:xfrm>
            <a:custGeom>
              <a:avLst/>
              <a:gdLst/>
              <a:ahLst/>
              <a:cxnLst/>
              <a:rect l="l" t="t" r="r" b="b"/>
              <a:pathLst>
                <a:path w="2590800" h="381000">
                  <a:moveTo>
                    <a:pt x="0" y="190500"/>
                  </a:moveTo>
                  <a:lnTo>
                    <a:pt x="19427" y="157462"/>
                  </a:lnTo>
                  <a:lnTo>
                    <a:pt x="52953" y="136434"/>
                  </a:lnTo>
                  <a:lnTo>
                    <a:pt x="101804" y="116371"/>
                  </a:lnTo>
                  <a:lnTo>
                    <a:pt x="165007" y="97416"/>
                  </a:lnTo>
                  <a:lnTo>
                    <a:pt x="241591" y="79712"/>
                  </a:lnTo>
                  <a:lnTo>
                    <a:pt x="284597" y="71374"/>
                  </a:lnTo>
                  <a:lnTo>
                    <a:pt x="330583" y="63403"/>
                  </a:lnTo>
                  <a:lnTo>
                    <a:pt x="379428" y="55816"/>
                  </a:lnTo>
                  <a:lnTo>
                    <a:pt x="431011" y="48631"/>
                  </a:lnTo>
                  <a:lnTo>
                    <a:pt x="485209" y="41867"/>
                  </a:lnTo>
                  <a:lnTo>
                    <a:pt x="541902" y="35541"/>
                  </a:lnTo>
                  <a:lnTo>
                    <a:pt x="600968" y="29671"/>
                  </a:lnTo>
                  <a:lnTo>
                    <a:pt x="662285" y="24276"/>
                  </a:lnTo>
                  <a:lnTo>
                    <a:pt x="725732" y="19372"/>
                  </a:lnTo>
                  <a:lnTo>
                    <a:pt x="791188" y="14978"/>
                  </a:lnTo>
                  <a:lnTo>
                    <a:pt x="858530" y="11111"/>
                  </a:lnTo>
                  <a:lnTo>
                    <a:pt x="927637" y="7791"/>
                  </a:lnTo>
                  <a:lnTo>
                    <a:pt x="998388" y="5034"/>
                  </a:lnTo>
                  <a:lnTo>
                    <a:pt x="1070662" y="2858"/>
                  </a:lnTo>
                  <a:lnTo>
                    <a:pt x="1144336" y="1282"/>
                  </a:lnTo>
                  <a:lnTo>
                    <a:pt x="1219289" y="323"/>
                  </a:lnTo>
                  <a:lnTo>
                    <a:pt x="1295400" y="0"/>
                  </a:lnTo>
                  <a:lnTo>
                    <a:pt x="1371510" y="323"/>
                  </a:lnTo>
                  <a:lnTo>
                    <a:pt x="1446463" y="1282"/>
                  </a:lnTo>
                  <a:lnTo>
                    <a:pt x="1520137" y="2858"/>
                  </a:lnTo>
                  <a:lnTo>
                    <a:pt x="1592411" y="5034"/>
                  </a:lnTo>
                  <a:lnTo>
                    <a:pt x="1663162" y="7791"/>
                  </a:lnTo>
                  <a:lnTo>
                    <a:pt x="1732269" y="11111"/>
                  </a:lnTo>
                  <a:lnTo>
                    <a:pt x="1799611" y="14978"/>
                  </a:lnTo>
                  <a:lnTo>
                    <a:pt x="1865067" y="19372"/>
                  </a:lnTo>
                  <a:lnTo>
                    <a:pt x="1928514" y="24276"/>
                  </a:lnTo>
                  <a:lnTo>
                    <a:pt x="1989831" y="29671"/>
                  </a:lnTo>
                  <a:lnTo>
                    <a:pt x="2048897" y="35541"/>
                  </a:lnTo>
                  <a:lnTo>
                    <a:pt x="2105590" y="41867"/>
                  </a:lnTo>
                  <a:lnTo>
                    <a:pt x="2159788" y="48631"/>
                  </a:lnTo>
                  <a:lnTo>
                    <a:pt x="2211371" y="55816"/>
                  </a:lnTo>
                  <a:lnTo>
                    <a:pt x="2260216" y="63403"/>
                  </a:lnTo>
                  <a:lnTo>
                    <a:pt x="2306202" y="71374"/>
                  </a:lnTo>
                  <a:lnTo>
                    <a:pt x="2349208" y="79712"/>
                  </a:lnTo>
                  <a:lnTo>
                    <a:pt x="2389112" y="88399"/>
                  </a:lnTo>
                  <a:lnTo>
                    <a:pt x="2459127" y="106746"/>
                  </a:lnTo>
                  <a:lnTo>
                    <a:pt x="2515275" y="126273"/>
                  </a:lnTo>
                  <a:lnTo>
                    <a:pt x="2556585" y="146837"/>
                  </a:lnTo>
                  <a:lnTo>
                    <a:pt x="2588600" y="179312"/>
                  </a:lnTo>
                  <a:lnTo>
                    <a:pt x="2590800" y="190500"/>
                  </a:lnTo>
                  <a:lnTo>
                    <a:pt x="2588600" y="201687"/>
                  </a:lnTo>
                  <a:lnTo>
                    <a:pt x="2582084" y="212706"/>
                  </a:lnTo>
                  <a:lnTo>
                    <a:pt x="2537846" y="244565"/>
                  </a:lnTo>
                  <a:lnTo>
                    <a:pt x="2488995" y="264628"/>
                  </a:lnTo>
                  <a:lnTo>
                    <a:pt x="2425792" y="283583"/>
                  </a:lnTo>
                  <a:lnTo>
                    <a:pt x="2349208" y="301287"/>
                  </a:lnTo>
                  <a:lnTo>
                    <a:pt x="2306202" y="309625"/>
                  </a:lnTo>
                  <a:lnTo>
                    <a:pt x="2260216" y="317596"/>
                  </a:lnTo>
                  <a:lnTo>
                    <a:pt x="2211371" y="325183"/>
                  </a:lnTo>
                  <a:lnTo>
                    <a:pt x="2159788" y="332368"/>
                  </a:lnTo>
                  <a:lnTo>
                    <a:pt x="2105590" y="339132"/>
                  </a:lnTo>
                  <a:lnTo>
                    <a:pt x="2048897" y="345458"/>
                  </a:lnTo>
                  <a:lnTo>
                    <a:pt x="1989831" y="351328"/>
                  </a:lnTo>
                  <a:lnTo>
                    <a:pt x="1928514" y="356723"/>
                  </a:lnTo>
                  <a:lnTo>
                    <a:pt x="1865067" y="361627"/>
                  </a:lnTo>
                  <a:lnTo>
                    <a:pt x="1799611" y="366021"/>
                  </a:lnTo>
                  <a:lnTo>
                    <a:pt x="1732269" y="369888"/>
                  </a:lnTo>
                  <a:lnTo>
                    <a:pt x="1663162" y="373208"/>
                  </a:lnTo>
                  <a:lnTo>
                    <a:pt x="1592411" y="375965"/>
                  </a:lnTo>
                  <a:lnTo>
                    <a:pt x="1520137" y="378141"/>
                  </a:lnTo>
                  <a:lnTo>
                    <a:pt x="1446463" y="379717"/>
                  </a:lnTo>
                  <a:lnTo>
                    <a:pt x="1371510" y="380676"/>
                  </a:lnTo>
                  <a:lnTo>
                    <a:pt x="1295400" y="381000"/>
                  </a:lnTo>
                  <a:lnTo>
                    <a:pt x="1219289" y="380676"/>
                  </a:lnTo>
                  <a:lnTo>
                    <a:pt x="1144336" y="379717"/>
                  </a:lnTo>
                  <a:lnTo>
                    <a:pt x="1070662" y="378141"/>
                  </a:lnTo>
                  <a:lnTo>
                    <a:pt x="998388" y="375965"/>
                  </a:lnTo>
                  <a:lnTo>
                    <a:pt x="927637" y="373208"/>
                  </a:lnTo>
                  <a:lnTo>
                    <a:pt x="858530" y="369888"/>
                  </a:lnTo>
                  <a:lnTo>
                    <a:pt x="791188" y="366021"/>
                  </a:lnTo>
                  <a:lnTo>
                    <a:pt x="725732" y="361627"/>
                  </a:lnTo>
                  <a:lnTo>
                    <a:pt x="662285" y="356723"/>
                  </a:lnTo>
                  <a:lnTo>
                    <a:pt x="600968" y="351328"/>
                  </a:lnTo>
                  <a:lnTo>
                    <a:pt x="541902" y="345458"/>
                  </a:lnTo>
                  <a:lnTo>
                    <a:pt x="485209" y="339132"/>
                  </a:lnTo>
                  <a:lnTo>
                    <a:pt x="431011" y="332368"/>
                  </a:lnTo>
                  <a:lnTo>
                    <a:pt x="379428" y="325183"/>
                  </a:lnTo>
                  <a:lnTo>
                    <a:pt x="330583" y="317596"/>
                  </a:lnTo>
                  <a:lnTo>
                    <a:pt x="284597" y="309625"/>
                  </a:lnTo>
                  <a:lnTo>
                    <a:pt x="241591" y="301287"/>
                  </a:lnTo>
                  <a:lnTo>
                    <a:pt x="201687" y="292600"/>
                  </a:lnTo>
                  <a:lnTo>
                    <a:pt x="131672" y="274253"/>
                  </a:lnTo>
                  <a:lnTo>
                    <a:pt x="75524" y="254726"/>
                  </a:lnTo>
                  <a:lnTo>
                    <a:pt x="34214" y="234162"/>
                  </a:lnTo>
                  <a:lnTo>
                    <a:pt x="2199" y="201687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048000" y="3352800"/>
              <a:ext cx="2971800" cy="0"/>
            </a:xfrm>
            <a:custGeom>
              <a:avLst/>
              <a:gdLst/>
              <a:ahLst/>
              <a:cxnLst/>
              <a:rect l="l" t="t" r="r" b="b"/>
              <a:pathLst>
                <a:path w="2971800" h="0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263900" y="3340734"/>
            <a:ext cx="4070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Arial"/>
                <a:cs typeface="Arial"/>
              </a:rPr>
              <a:t>0..3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52437" y="1900237"/>
            <a:ext cx="2600325" cy="466725"/>
            <a:chOff x="452437" y="1900237"/>
            <a:chExt cx="2600325" cy="466725"/>
          </a:xfrm>
        </p:grpSpPr>
        <p:sp>
          <p:nvSpPr>
            <p:cNvPr id="29" name="object 29" descr=""/>
            <p:cNvSpPr/>
            <p:nvPr/>
          </p:nvSpPr>
          <p:spPr>
            <a:xfrm>
              <a:off x="457200" y="1905000"/>
              <a:ext cx="2590800" cy="457200"/>
            </a:xfrm>
            <a:custGeom>
              <a:avLst/>
              <a:gdLst/>
              <a:ahLst/>
              <a:cxnLst/>
              <a:rect l="l" t="t" r="r" b="b"/>
              <a:pathLst>
                <a:path w="2590800" h="457200">
                  <a:moveTo>
                    <a:pt x="2590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590800" y="4572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57200" y="1905000"/>
              <a:ext cx="2590800" cy="457200"/>
            </a:xfrm>
            <a:custGeom>
              <a:avLst/>
              <a:gdLst/>
              <a:ahLst/>
              <a:cxnLst/>
              <a:rect l="l" t="t" r="r" b="b"/>
              <a:pathLst>
                <a:path w="2590800" h="457200">
                  <a:moveTo>
                    <a:pt x="0" y="457200"/>
                  </a:moveTo>
                  <a:lnTo>
                    <a:pt x="2590800" y="4572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346072" y="1977974"/>
            <a:ext cx="8121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Student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52437" y="2357437"/>
            <a:ext cx="2600325" cy="2981325"/>
            <a:chOff x="452437" y="2357437"/>
            <a:chExt cx="2600325" cy="2981325"/>
          </a:xfrm>
        </p:grpSpPr>
        <p:sp>
          <p:nvSpPr>
            <p:cNvPr id="33" name="object 33" descr=""/>
            <p:cNvSpPr/>
            <p:nvPr/>
          </p:nvSpPr>
          <p:spPr>
            <a:xfrm>
              <a:off x="457200" y="2362200"/>
              <a:ext cx="2590800" cy="1143000"/>
            </a:xfrm>
            <a:custGeom>
              <a:avLst/>
              <a:gdLst/>
              <a:ahLst/>
              <a:cxnLst/>
              <a:rect l="l" t="t" r="r" b="b"/>
              <a:pathLst>
                <a:path w="2590800" h="1143000">
                  <a:moveTo>
                    <a:pt x="2590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2590800" y="11430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57200" y="2362200"/>
              <a:ext cx="2590800" cy="1143000"/>
            </a:xfrm>
            <a:custGeom>
              <a:avLst/>
              <a:gdLst/>
              <a:ahLst/>
              <a:cxnLst/>
              <a:rect l="l" t="t" r="r" b="b"/>
              <a:pathLst>
                <a:path w="2590800" h="1143000">
                  <a:moveTo>
                    <a:pt x="0" y="1143000"/>
                  </a:moveTo>
                  <a:lnTo>
                    <a:pt x="2590800" y="11430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57200" y="350520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2590800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590800" y="18288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C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57200" y="3505200"/>
              <a:ext cx="2590800" cy="1828800"/>
            </a:xfrm>
            <a:custGeom>
              <a:avLst/>
              <a:gdLst/>
              <a:ahLst/>
              <a:cxnLst/>
              <a:rect l="l" t="t" r="r" b="b"/>
              <a:pathLst>
                <a:path w="2590800" h="1828800">
                  <a:moveTo>
                    <a:pt x="0" y="1828800"/>
                  </a:moveTo>
                  <a:lnTo>
                    <a:pt x="2590800" y="18288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35940" y="2307462"/>
            <a:ext cx="2367915" cy="1389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name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matrix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courseList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Course[]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Arial"/>
                <a:cs typeface="Arial"/>
              </a:rPr>
              <a:t>-</a:t>
            </a:r>
            <a:r>
              <a:rPr dirty="0" sz="1600" b="1">
                <a:latin typeface="Arial"/>
                <a:cs typeface="Arial"/>
              </a:rPr>
              <a:t>numOfStudent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Student(String,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String,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63016" y="3671697"/>
            <a:ext cx="6788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String)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35940" y="3915536"/>
            <a:ext cx="244665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getName()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: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getMatrix():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String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getNumOfStudent():</a:t>
            </a:r>
            <a:r>
              <a:rPr dirty="0" sz="1600" spc="3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int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35940" y="4647057"/>
            <a:ext cx="2599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registerCourse(Student):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5940" y="4890973"/>
            <a:ext cx="19005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Arial"/>
                <a:cs typeface="Arial"/>
              </a:rPr>
              <a:t>void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+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printAllInfo():void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381000" y="45720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0" y="342900"/>
                </a:moveTo>
                <a:lnTo>
                  <a:pt x="16243" y="290684"/>
                </a:lnTo>
                <a:lnTo>
                  <a:pt x="44381" y="257211"/>
                </a:lnTo>
                <a:lnTo>
                  <a:pt x="85541" y="225008"/>
                </a:lnTo>
                <a:lnTo>
                  <a:pt x="139013" y="194248"/>
                </a:lnTo>
                <a:lnTo>
                  <a:pt x="204088" y="165103"/>
                </a:lnTo>
                <a:lnTo>
                  <a:pt x="240756" y="151190"/>
                </a:lnTo>
                <a:lnTo>
                  <a:pt x="280059" y="137746"/>
                </a:lnTo>
                <a:lnTo>
                  <a:pt x="321909" y="124792"/>
                </a:lnTo>
                <a:lnTo>
                  <a:pt x="366217" y="112350"/>
                </a:lnTo>
                <a:lnTo>
                  <a:pt x="412894" y="100441"/>
                </a:lnTo>
                <a:lnTo>
                  <a:pt x="461852" y="89086"/>
                </a:lnTo>
                <a:lnTo>
                  <a:pt x="513003" y="78308"/>
                </a:lnTo>
                <a:lnTo>
                  <a:pt x="566257" y="68128"/>
                </a:lnTo>
                <a:lnTo>
                  <a:pt x="621526" y="58567"/>
                </a:lnTo>
                <a:lnTo>
                  <a:pt x="678722" y="49647"/>
                </a:lnTo>
                <a:lnTo>
                  <a:pt x="737756" y="41390"/>
                </a:lnTo>
                <a:lnTo>
                  <a:pt x="798540" y="33817"/>
                </a:lnTo>
                <a:lnTo>
                  <a:pt x="860984" y="26949"/>
                </a:lnTo>
                <a:lnTo>
                  <a:pt x="925000" y="20809"/>
                </a:lnTo>
                <a:lnTo>
                  <a:pt x="990501" y="15417"/>
                </a:lnTo>
                <a:lnTo>
                  <a:pt x="1057396" y="10796"/>
                </a:lnTo>
                <a:lnTo>
                  <a:pt x="1125598" y="6967"/>
                </a:lnTo>
                <a:lnTo>
                  <a:pt x="1195018" y="3951"/>
                </a:lnTo>
                <a:lnTo>
                  <a:pt x="1265567" y="1770"/>
                </a:lnTo>
                <a:lnTo>
                  <a:pt x="1337157" y="446"/>
                </a:lnTo>
                <a:lnTo>
                  <a:pt x="1409700" y="0"/>
                </a:lnTo>
                <a:lnTo>
                  <a:pt x="1482238" y="446"/>
                </a:lnTo>
                <a:lnTo>
                  <a:pt x="1553826" y="1770"/>
                </a:lnTo>
                <a:lnTo>
                  <a:pt x="1624372" y="3951"/>
                </a:lnTo>
                <a:lnTo>
                  <a:pt x="1693790" y="6967"/>
                </a:lnTo>
                <a:lnTo>
                  <a:pt x="1761990" y="10796"/>
                </a:lnTo>
                <a:lnTo>
                  <a:pt x="1828884" y="15417"/>
                </a:lnTo>
                <a:lnTo>
                  <a:pt x="1894383" y="20809"/>
                </a:lnTo>
                <a:lnTo>
                  <a:pt x="1958399" y="26949"/>
                </a:lnTo>
                <a:lnTo>
                  <a:pt x="2020843" y="33817"/>
                </a:lnTo>
                <a:lnTo>
                  <a:pt x="2081626" y="41390"/>
                </a:lnTo>
                <a:lnTo>
                  <a:pt x="2140660" y="49647"/>
                </a:lnTo>
                <a:lnTo>
                  <a:pt x="2197856" y="58567"/>
                </a:lnTo>
                <a:lnTo>
                  <a:pt x="2253126" y="68128"/>
                </a:lnTo>
                <a:lnTo>
                  <a:pt x="2306381" y="78308"/>
                </a:lnTo>
                <a:lnTo>
                  <a:pt x="2357532" y="89086"/>
                </a:lnTo>
                <a:lnTo>
                  <a:pt x="2406491" y="100441"/>
                </a:lnTo>
                <a:lnTo>
                  <a:pt x="2453169" y="112350"/>
                </a:lnTo>
                <a:lnTo>
                  <a:pt x="2497478" y="124792"/>
                </a:lnTo>
                <a:lnTo>
                  <a:pt x="2539329" y="137746"/>
                </a:lnTo>
                <a:lnTo>
                  <a:pt x="2578633" y="151190"/>
                </a:lnTo>
                <a:lnTo>
                  <a:pt x="2615302" y="165103"/>
                </a:lnTo>
                <a:lnTo>
                  <a:pt x="2680380" y="194248"/>
                </a:lnTo>
                <a:lnTo>
                  <a:pt x="2733854" y="225008"/>
                </a:lnTo>
                <a:lnTo>
                  <a:pt x="2775016" y="257211"/>
                </a:lnTo>
                <a:lnTo>
                  <a:pt x="2803155" y="290684"/>
                </a:lnTo>
                <a:lnTo>
                  <a:pt x="2819400" y="342900"/>
                </a:lnTo>
                <a:lnTo>
                  <a:pt x="2817565" y="360543"/>
                </a:lnTo>
                <a:lnTo>
                  <a:pt x="2812121" y="377955"/>
                </a:lnTo>
                <a:lnTo>
                  <a:pt x="2790758" y="412000"/>
                </a:lnTo>
                <a:lnTo>
                  <a:pt x="2756018" y="444860"/>
                </a:lnTo>
                <a:lnTo>
                  <a:pt x="2708612" y="476363"/>
                </a:lnTo>
                <a:lnTo>
                  <a:pt x="2649247" y="506337"/>
                </a:lnTo>
                <a:lnTo>
                  <a:pt x="2578633" y="534609"/>
                </a:lnTo>
                <a:lnTo>
                  <a:pt x="2539329" y="548053"/>
                </a:lnTo>
                <a:lnTo>
                  <a:pt x="2497478" y="561007"/>
                </a:lnTo>
                <a:lnTo>
                  <a:pt x="2453169" y="573449"/>
                </a:lnTo>
                <a:lnTo>
                  <a:pt x="2406491" y="585358"/>
                </a:lnTo>
                <a:lnTo>
                  <a:pt x="2357532" y="596713"/>
                </a:lnTo>
                <a:lnTo>
                  <a:pt x="2306381" y="607491"/>
                </a:lnTo>
                <a:lnTo>
                  <a:pt x="2253126" y="617671"/>
                </a:lnTo>
                <a:lnTo>
                  <a:pt x="2197856" y="627232"/>
                </a:lnTo>
                <a:lnTo>
                  <a:pt x="2140660" y="636152"/>
                </a:lnTo>
                <a:lnTo>
                  <a:pt x="2081626" y="644409"/>
                </a:lnTo>
                <a:lnTo>
                  <a:pt x="2020843" y="651982"/>
                </a:lnTo>
                <a:lnTo>
                  <a:pt x="1958399" y="658850"/>
                </a:lnTo>
                <a:lnTo>
                  <a:pt x="1894383" y="664990"/>
                </a:lnTo>
                <a:lnTo>
                  <a:pt x="1828884" y="670382"/>
                </a:lnTo>
                <a:lnTo>
                  <a:pt x="1761990" y="675003"/>
                </a:lnTo>
                <a:lnTo>
                  <a:pt x="1693790" y="678832"/>
                </a:lnTo>
                <a:lnTo>
                  <a:pt x="1624372" y="681848"/>
                </a:lnTo>
                <a:lnTo>
                  <a:pt x="1553826" y="684029"/>
                </a:lnTo>
                <a:lnTo>
                  <a:pt x="1482238" y="685353"/>
                </a:lnTo>
                <a:lnTo>
                  <a:pt x="1409700" y="685800"/>
                </a:lnTo>
                <a:lnTo>
                  <a:pt x="1337156" y="685353"/>
                </a:lnTo>
                <a:lnTo>
                  <a:pt x="1265565" y="684029"/>
                </a:lnTo>
                <a:lnTo>
                  <a:pt x="1195015" y="681848"/>
                </a:lnTo>
                <a:lnTo>
                  <a:pt x="1125594" y="678832"/>
                </a:lnTo>
                <a:lnTo>
                  <a:pt x="1057392" y="675003"/>
                </a:lnTo>
                <a:lnTo>
                  <a:pt x="990496" y="670382"/>
                </a:lnTo>
                <a:lnTo>
                  <a:pt x="924995" y="664990"/>
                </a:lnTo>
                <a:lnTo>
                  <a:pt x="860979" y="658850"/>
                </a:lnTo>
                <a:lnTo>
                  <a:pt x="798534" y="651982"/>
                </a:lnTo>
                <a:lnTo>
                  <a:pt x="737751" y="644409"/>
                </a:lnTo>
                <a:lnTo>
                  <a:pt x="678717" y="636152"/>
                </a:lnTo>
                <a:lnTo>
                  <a:pt x="621521" y="627232"/>
                </a:lnTo>
                <a:lnTo>
                  <a:pt x="566251" y="617671"/>
                </a:lnTo>
                <a:lnTo>
                  <a:pt x="512997" y="607491"/>
                </a:lnTo>
                <a:lnTo>
                  <a:pt x="461847" y="596713"/>
                </a:lnTo>
                <a:lnTo>
                  <a:pt x="412889" y="585358"/>
                </a:lnTo>
                <a:lnTo>
                  <a:pt x="366212" y="573449"/>
                </a:lnTo>
                <a:lnTo>
                  <a:pt x="321905" y="561007"/>
                </a:lnTo>
                <a:lnTo>
                  <a:pt x="280055" y="548053"/>
                </a:lnTo>
                <a:lnTo>
                  <a:pt x="240753" y="534609"/>
                </a:lnTo>
                <a:lnTo>
                  <a:pt x="204085" y="520696"/>
                </a:lnTo>
                <a:lnTo>
                  <a:pt x="139010" y="491551"/>
                </a:lnTo>
                <a:lnTo>
                  <a:pt x="85539" y="460791"/>
                </a:lnTo>
                <a:lnTo>
                  <a:pt x="44380" y="428588"/>
                </a:lnTo>
                <a:lnTo>
                  <a:pt x="16242" y="395115"/>
                </a:lnTo>
                <a:lnTo>
                  <a:pt x="0" y="34290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3813175" y="3534232"/>
            <a:ext cx="12725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latin typeface="Arial"/>
                <a:cs typeface="Arial"/>
              </a:rPr>
              <a:t>add(Student)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200400" y="3505200"/>
            <a:ext cx="5334000" cy="1676400"/>
          </a:xfrm>
          <a:custGeom>
            <a:avLst/>
            <a:gdLst/>
            <a:ahLst/>
            <a:cxnLst/>
            <a:rect l="l" t="t" r="r" b="b"/>
            <a:pathLst>
              <a:path w="5334000" h="1676400">
                <a:moveTo>
                  <a:pt x="0" y="190500"/>
                </a:moveTo>
                <a:lnTo>
                  <a:pt x="19427" y="157462"/>
                </a:lnTo>
                <a:lnTo>
                  <a:pt x="52953" y="136434"/>
                </a:lnTo>
                <a:lnTo>
                  <a:pt x="101804" y="116371"/>
                </a:lnTo>
                <a:lnTo>
                  <a:pt x="165007" y="97416"/>
                </a:lnTo>
                <a:lnTo>
                  <a:pt x="241591" y="79712"/>
                </a:lnTo>
                <a:lnTo>
                  <a:pt x="284597" y="71374"/>
                </a:lnTo>
                <a:lnTo>
                  <a:pt x="330583" y="63403"/>
                </a:lnTo>
                <a:lnTo>
                  <a:pt x="379428" y="55816"/>
                </a:lnTo>
                <a:lnTo>
                  <a:pt x="431011" y="48631"/>
                </a:lnTo>
                <a:lnTo>
                  <a:pt x="485209" y="41867"/>
                </a:lnTo>
                <a:lnTo>
                  <a:pt x="541902" y="35541"/>
                </a:lnTo>
                <a:lnTo>
                  <a:pt x="600968" y="29671"/>
                </a:lnTo>
                <a:lnTo>
                  <a:pt x="662285" y="24276"/>
                </a:lnTo>
                <a:lnTo>
                  <a:pt x="725732" y="19372"/>
                </a:lnTo>
                <a:lnTo>
                  <a:pt x="791188" y="14978"/>
                </a:lnTo>
                <a:lnTo>
                  <a:pt x="858530" y="11111"/>
                </a:lnTo>
                <a:lnTo>
                  <a:pt x="927637" y="7791"/>
                </a:lnTo>
                <a:lnTo>
                  <a:pt x="998388" y="5034"/>
                </a:lnTo>
                <a:lnTo>
                  <a:pt x="1070662" y="2858"/>
                </a:lnTo>
                <a:lnTo>
                  <a:pt x="1144336" y="1282"/>
                </a:lnTo>
                <a:lnTo>
                  <a:pt x="1219289" y="323"/>
                </a:lnTo>
                <a:lnTo>
                  <a:pt x="1295400" y="0"/>
                </a:lnTo>
                <a:lnTo>
                  <a:pt x="1371510" y="323"/>
                </a:lnTo>
                <a:lnTo>
                  <a:pt x="1446463" y="1282"/>
                </a:lnTo>
                <a:lnTo>
                  <a:pt x="1520137" y="2858"/>
                </a:lnTo>
                <a:lnTo>
                  <a:pt x="1592411" y="5034"/>
                </a:lnTo>
                <a:lnTo>
                  <a:pt x="1663162" y="7791"/>
                </a:lnTo>
                <a:lnTo>
                  <a:pt x="1732269" y="11111"/>
                </a:lnTo>
                <a:lnTo>
                  <a:pt x="1799611" y="14978"/>
                </a:lnTo>
                <a:lnTo>
                  <a:pt x="1865067" y="19372"/>
                </a:lnTo>
                <a:lnTo>
                  <a:pt x="1928514" y="24276"/>
                </a:lnTo>
                <a:lnTo>
                  <a:pt x="1989831" y="29671"/>
                </a:lnTo>
                <a:lnTo>
                  <a:pt x="2048897" y="35541"/>
                </a:lnTo>
                <a:lnTo>
                  <a:pt x="2105590" y="41867"/>
                </a:lnTo>
                <a:lnTo>
                  <a:pt x="2159788" y="48631"/>
                </a:lnTo>
                <a:lnTo>
                  <a:pt x="2211371" y="55816"/>
                </a:lnTo>
                <a:lnTo>
                  <a:pt x="2260216" y="63403"/>
                </a:lnTo>
                <a:lnTo>
                  <a:pt x="2306202" y="71374"/>
                </a:lnTo>
                <a:lnTo>
                  <a:pt x="2349208" y="79712"/>
                </a:lnTo>
                <a:lnTo>
                  <a:pt x="2389112" y="88399"/>
                </a:lnTo>
                <a:lnTo>
                  <a:pt x="2459127" y="106746"/>
                </a:lnTo>
                <a:lnTo>
                  <a:pt x="2515275" y="126273"/>
                </a:lnTo>
                <a:lnTo>
                  <a:pt x="2556585" y="146837"/>
                </a:lnTo>
                <a:lnTo>
                  <a:pt x="2588600" y="179312"/>
                </a:lnTo>
                <a:lnTo>
                  <a:pt x="2590800" y="190500"/>
                </a:lnTo>
                <a:lnTo>
                  <a:pt x="2588600" y="201687"/>
                </a:lnTo>
                <a:lnTo>
                  <a:pt x="2582084" y="212706"/>
                </a:lnTo>
                <a:lnTo>
                  <a:pt x="2537846" y="244565"/>
                </a:lnTo>
                <a:lnTo>
                  <a:pt x="2488995" y="264628"/>
                </a:lnTo>
                <a:lnTo>
                  <a:pt x="2425792" y="283583"/>
                </a:lnTo>
                <a:lnTo>
                  <a:pt x="2349208" y="301287"/>
                </a:lnTo>
                <a:lnTo>
                  <a:pt x="2306202" y="309625"/>
                </a:lnTo>
                <a:lnTo>
                  <a:pt x="2260216" y="317596"/>
                </a:lnTo>
                <a:lnTo>
                  <a:pt x="2211371" y="325183"/>
                </a:lnTo>
                <a:lnTo>
                  <a:pt x="2159788" y="332368"/>
                </a:lnTo>
                <a:lnTo>
                  <a:pt x="2105590" y="339132"/>
                </a:lnTo>
                <a:lnTo>
                  <a:pt x="2048897" y="345458"/>
                </a:lnTo>
                <a:lnTo>
                  <a:pt x="1989831" y="351328"/>
                </a:lnTo>
                <a:lnTo>
                  <a:pt x="1928514" y="356723"/>
                </a:lnTo>
                <a:lnTo>
                  <a:pt x="1865067" y="361627"/>
                </a:lnTo>
                <a:lnTo>
                  <a:pt x="1799611" y="366021"/>
                </a:lnTo>
                <a:lnTo>
                  <a:pt x="1732269" y="369888"/>
                </a:lnTo>
                <a:lnTo>
                  <a:pt x="1663162" y="373208"/>
                </a:lnTo>
                <a:lnTo>
                  <a:pt x="1592411" y="375965"/>
                </a:lnTo>
                <a:lnTo>
                  <a:pt x="1520137" y="378141"/>
                </a:lnTo>
                <a:lnTo>
                  <a:pt x="1446463" y="379717"/>
                </a:lnTo>
                <a:lnTo>
                  <a:pt x="1371510" y="380676"/>
                </a:lnTo>
                <a:lnTo>
                  <a:pt x="1295400" y="381000"/>
                </a:lnTo>
                <a:lnTo>
                  <a:pt x="1219289" y="380676"/>
                </a:lnTo>
                <a:lnTo>
                  <a:pt x="1144336" y="379717"/>
                </a:lnTo>
                <a:lnTo>
                  <a:pt x="1070662" y="378141"/>
                </a:lnTo>
                <a:lnTo>
                  <a:pt x="998388" y="375965"/>
                </a:lnTo>
                <a:lnTo>
                  <a:pt x="927637" y="373208"/>
                </a:lnTo>
                <a:lnTo>
                  <a:pt x="858530" y="369888"/>
                </a:lnTo>
                <a:lnTo>
                  <a:pt x="791188" y="366021"/>
                </a:lnTo>
                <a:lnTo>
                  <a:pt x="725732" y="361627"/>
                </a:lnTo>
                <a:lnTo>
                  <a:pt x="662285" y="356723"/>
                </a:lnTo>
                <a:lnTo>
                  <a:pt x="600968" y="351328"/>
                </a:lnTo>
                <a:lnTo>
                  <a:pt x="541902" y="345458"/>
                </a:lnTo>
                <a:lnTo>
                  <a:pt x="485209" y="339132"/>
                </a:lnTo>
                <a:lnTo>
                  <a:pt x="431011" y="332368"/>
                </a:lnTo>
                <a:lnTo>
                  <a:pt x="379428" y="325183"/>
                </a:lnTo>
                <a:lnTo>
                  <a:pt x="330583" y="317596"/>
                </a:lnTo>
                <a:lnTo>
                  <a:pt x="284597" y="309625"/>
                </a:lnTo>
                <a:lnTo>
                  <a:pt x="241591" y="301287"/>
                </a:lnTo>
                <a:lnTo>
                  <a:pt x="201687" y="292600"/>
                </a:lnTo>
                <a:lnTo>
                  <a:pt x="131672" y="274253"/>
                </a:lnTo>
                <a:lnTo>
                  <a:pt x="75524" y="254726"/>
                </a:lnTo>
                <a:lnTo>
                  <a:pt x="34214" y="234162"/>
                </a:lnTo>
                <a:lnTo>
                  <a:pt x="2199" y="201687"/>
                </a:lnTo>
                <a:lnTo>
                  <a:pt x="0" y="190500"/>
                </a:lnTo>
                <a:close/>
              </a:path>
              <a:path w="5334000" h="1676400">
                <a:moveTo>
                  <a:pt x="2590800" y="1447800"/>
                </a:moveTo>
                <a:lnTo>
                  <a:pt x="2608750" y="1410723"/>
                </a:lnTo>
                <a:lnTo>
                  <a:pt x="2639792" y="1387034"/>
                </a:lnTo>
                <a:lnTo>
                  <a:pt x="2685116" y="1364330"/>
                </a:lnTo>
                <a:lnTo>
                  <a:pt x="2743887" y="1342751"/>
                </a:lnTo>
                <a:lnTo>
                  <a:pt x="2815269" y="1322437"/>
                </a:lnTo>
                <a:lnTo>
                  <a:pt x="2855427" y="1312797"/>
                </a:lnTo>
                <a:lnTo>
                  <a:pt x="2898424" y="1303527"/>
                </a:lnTo>
                <a:lnTo>
                  <a:pt x="2944155" y="1294642"/>
                </a:lnTo>
                <a:lnTo>
                  <a:pt x="2992516" y="1286160"/>
                </a:lnTo>
                <a:lnTo>
                  <a:pt x="3043403" y="1278100"/>
                </a:lnTo>
                <a:lnTo>
                  <a:pt x="3096710" y="1270477"/>
                </a:lnTo>
                <a:lnTo>
                  <a:pt x="3152333" y="1263310"/>
                </a:lnTo>
                <a:lnTo>
                  <a:pt x="3210167" y="1256616"/>
                </a:lnTo>
                <a:lnTo>
                  <a:pt x="3270108" y="1250413"/>
                </a:lnTo>
                <a:lnTo>
                  <a:pt x="3332052" y="1244718"/>
                </a:lnTo>
                <a:lnTo>
                  <a:pt x="3395894" y="1239548"/>
                </a:lnTo>
                <a:lnTo>
                  <a:pt x="3461529" y="1234922"/>
                </a:lnTo>
                <a:lnTo>
                  <a:pt x="3528852" y="1230855"/>
                </a:lnTo>
                <a:lnTo>
                  <a:pt x="3597760" y="1227366"/>
                </a:lnTo>
                <a:lnTo>
                  <a:pt x="3668147" y="1224473"/>
                </a:lnTo>
                <a:lnTo>
                  <a:pt x="3739909" y="1222192"/>
                </a:lnTo>
                <a:lnTo>
                  <a:pt x="3812941" y="1220541"/>
                </a:lnTo>
                <a:lnTo>
                  <a:pt x="3887140" y="1219538"/>
                </a:lnTo>
                <a:lnTo>
                  <a:pt x="3962400" y="1219200"/>
                </a:lnTo>
                <a:lnTo>
                  <a:pt x="4037659" y="1219538"/>
                </a:lnTo>
                <a:lnTo>
                  <a:pt x="4111858" y="1220541"/>
                </a:lnTo>
                <a:lnTo>
                  <a:pt x="4184890" y="1222192"/>
                </a:lnTo>
                <a:lnTo>
                  <a:pt x="4256652" y="1224473"/>
                </a:lnTo>
                <a:lnTo>
                  <a:pt x="4327039" y="1227366"/>
                </a:lnTo>
                <a:lnTo>
                  <a:pt x="4395947" y="1230855"/>
                </a:lnTo>
                <a:lnTo>
                  <a:pt x="4463270" y="1234922"/>
                </a:lnTo>
                <a:lnTo>
                  <a:pt x="4528905" y="1239548"/>
                </a:lnTo>
                <a:lnTo>
                  <a:pt x="4592747" y="1244718"/>
                </a:lnTo>
                <a:lnTo>
                  <a:pt x="4654691" y="1250413"/>
                </a:lnTo>
                <a:lnTo>
                  <a:pt x="4714632" y="1256616"/>
                </a:lnTo>
                <a:lnTo>
                  <a:pt x="4772466" y="1263310"/>
                </a:lnTo>
                <a:lnTo>
                  <a:pt x="4828089" y="1270477"/>
                </a:lnTo>
                <a:lnTo>
                  <a:pt x="4881396" y="1278100"/>
                </a:lnTo>
                <a:lnTo>
                  <a:pt x="4932283" y="1286160"/>
                </a:lnTo>
                <a:lnTo>
                  <a:pt x="4980644" y="1294642"/>
                </a:lnTo>
                <a:lnTo>
                  <a:pt x="5026375" y="1303527"/>
                </a:lnTo>
                <a:lnTo>
                  <a:pt x="5069372" y="1312797"/>
                </a:lnTo>
                <a:lnTo>
                  <a:pt x="5109530" y="1322437"/>
                </a:lnTo>
                <a:lnTo>
                  <a:pt x="5146745" y="1332427"/>
                </a:lnTo>
                <a:lnTo>
                  <a:pt x="5211926" y="1353391"/>
                </a:lnTo>
                <a:lnTo>
                  <a:pt x="5264078" y="1375550"/>
                </a:lnTo>
                <a:lnTo>
                  <a:pt x="5302366" y="1398764"/>
                </a:lnTo>
                <a:lnTo>
                  <a:pt x="5331970" y="1435258"/>
                </a:lnTo>
                <a:lnTo>
                  <a:pt x="5334000" y="1447800"/>
                </a:lnTo>
                <a:lnTo>
                  <a:pt x="5331970" y="1460341"/>
                </a:lnTo>
                <a:lnTo>
                  <a:pt x="5325952" y="1472705"/>
                </a:lnTo>
                <a:lnTo>
                  <a:pt x="5285007" y="1508565"/>
                </a:lnTo>
                <a:lnTo>
                  <a:pt x="5239683" y="1531269"/>
                </a:lnTo>
                <a:lnTo>
                  <a:pt x="5180912" y="1552848"/>
                </a:lnTo>
                <a:lnTo>
                  <a:pt x="5109530" y="1573162"/>
                </a:lnTo>
                <a:lnTo>
                  <a:pt x="5069372" y="1582802"/>
                </a:lnTo>
                <a:lnTo>
                  <a:pt x="5026375" y="1592072"/>
                </a:lnTo>
                <a:lnTo>
                  <a:pt x="4980644" y="1600957"/>
                </a:lnTo>
                <a:lnTo>
                  <a:pt x="4932283" y="1609439"/>
                </a:lnTo>
                <a:lnTo>
                  <a:pt x="4881396" y="1617499"/>
                </a:lnTo>
                <a:lnTo>
                  <a:pt x="4828089" y="1625122"/>
                </a:lnTo>
                <a:lnTo>
                  <a:pt x="4772466" y="1632289"/>
                </a:lnTo>
                <a:lnTo>
                  <a:pt x="4714632" y="1638983"/>
                </a:lnTo>
                <a:lnTo>
                  <a:pt x="4654691" y="1645186"/>
                </a:lnTo>
                <a:lnTo>
                  <a:pt x="4592747" y="1650881"/>
                </a:lnTo>
                <a:lnTo>
                  <a:pt x="4528905" y="1656051"/>
                </a:lnTo>
                <a:lnTo>
                  <a:pt x="4463270" y="1660677"/>
                </a:lnTo>
                <a:lnTo>
                  <a:pt x="4395947" y="1664744"/>
                </a:lnTo>
                <a:lnTo>
                  <a:pt x="4327039" y="1668233"/>
                </a:lnTo>
                <a:lnTo>
                  <a:pt x="4256652" y="1671126"/>
                </a:lnTo>
                <a:lnTo>
                  <a:pt x="4184890" y="1673407"/>
                </a:lnTo>
                <a:lnTo>
                  <a:pt x="4111858" y="1675058"/>
                </a:lnTo>
                <a:lnTo>
                  <a:pt x="4037659" y="1676061"/>
                </a:lnTo>
                <a:lnTo>
                  <a:pt x="3962400" y="1676400"/>
                </a:lnTo>
                <a:lnTo>
                  <a:pt x="3887140" y="1676061"/>
                </a:lnTo>
                <a:lnTo>
                  <a:pt x="3812941" y="1675058"/>
                </a:lnTo>
                <a:lnTo>
                  <a:pt x="3739909" y="1673407"/>
                </a:lnTo>
                <a:lnTo>
                  <a:pt x="3668147" y="1671126"/>
                </a:lnTo>
                <a:lnTo>
                  <a:pt x="3597760" y="1668233"/>
                </a:lnTo>
                <a:lnTo>
                  <a:pt x="3528852" y="1664744"/>
                </a:lnTo>
                <a:lnTo>
                  <a:pt x="3461529" y="1660677"/>
                </a:lnTo>
                <a:lnTo>
                  <a:pt x="3395894" y="1656051"/>
                </a:lnTo>
                <a:lnTo>
                  <a:pt x="3332052" y="1650881"/>
                </a:lnTo>
                <a:lnTo>
                  <a:pt x="3270108" y="1645186"/>
                </a:lnTo>
                <a:lnTo>
                  <a:pt x="3210167" y="1638983"/>
                </a:lnTo>
                <a:lnTo>
                  <a:pt x="3152333" y="1632289"/>
                </a:lnTo>
                <a:lnTo>
                  <a:pt x="3096710" y="1625122"/>
                </a:lnTo>
                <a:lnTo>
                  <a:pt x="3043403" y="1617499"/>
                </a:lnTo>
                <a:lnTo>
                  <a:pt x="2992516" y="1609439"/>
                </a:lnTo>
                <a:lnTo>
                  <a:pt x="2944155" y="1600957"/>
                </a:lnTo>
                <a:lnTo>
                  <a:pt x="2898424" y="1592072"/>
                </a:lnTo>
                <a:lnTo>
                  <a:pt x="2855427" y="1582802"/>
                </a:lnTo>
                <a:lnTo>
                  <a:pt x="2815269" y="1573162"/>
                </a:lnTo>
                <a:lnTo>
                  <a:pt x="2778054" y="1563172"/>
                </a:lnTo>
                <a:lnTo>
                  <a:pt x="2712873" y="1542208"/>
                </a:lnTo>
                <a:lnTo>
                  <a:pt x="2660721" y="1520049"/>
                </a:lnTo>
                <a:lnTo>
                  <a:pt x="2622433" y="1496835"/>
                </a:lnTo>
                <a:lnTo>
                  <a:pt x="2592829" y="1460341"/>
                </a:lnTo>
                <a:lnTo>
                  <a:pt x="2590800" y="1447800"/>
                </a:lnTo>
                <a:close/>
              </a:path>
            </a:pathLst>
          </a:custGeom>
          <a:ln w="9525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5778753" y="334073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279775" y="2848482"/>
            <a:ext cx="2082800" cy="527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3395">
              <a:lnSpc>
                <a:spcPts val="1855"/>
              </a:lnSpc>
              <a:spcBef>
                <a:spcPts val="95"/>
              </a:spcBef>
            </a:pPr>
            <a:r>
              <a:rPr dirty="0" sz="1600" spc="-10" b="1" i="1">
                <a:latin typeface="Arial"/>
                <a:cs typeface="Arial"/>
              </a:rPr>
              <a:t>register(Course)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2095"/>
              </a:lnSpc>
            </a:pPr>
            <a:r>
              <a:rPr dirty="0" sz="1800" spc="-10">
                <a:latin typeface="Arial"/>
                <a:cs typeface="Arial"/>
              </a:rPr>
              <a:t>5..60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794628" y="3075559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58000" y="1417637"/>
            <a:ext cx="1828800" cy="30480"/>
          </a:xfrm>
          <a:custGeom>
            <a:avLst/>
            <a:gdLst/>
            <a:ahLst/>
            <a:cxnLst/>
            <a:rect l="l" t="t" r="r" b="b"/>
            <a:pathLst>
              <a:path w="1828800" h="30480">
                <a:moveTo>
                  <a:pt x="0" y="30162"/>
                </a:moveTo>
                <a:lnTo>
                  <a:pt x="1828800" y="30162"/>
                </a:lnTo>
                <a:lnTo>
                  <a:pt x="1828800" y="0"/>
                </a:lnTo>
                <a:lnTo>
                  <a:pt x="0" y="0"/>
                </a:lnTo>
                <a:lnTo>
                  <a:pt x="0" y="301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81000" y="1493900"/>
            <a:ext cx="1279525" cy="0"/>
          </a:xfrm>
          <a:custGeom>
            <a:avLst/>
            <a:gdLst/>
            <a:ahLst/>
            <a:cxnLst/>
            <a:rect l="l" t="t" r="r" b="b"/>
            <a:pathLst>
              <a:path w="1279525" h="0">
                <a:moveTo>
                  <a:pt x="0" y="0"/>
                </a:moveTo>
                <a:lnTo>
                  <a:pt x="1279525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455152" y="63042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4932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Association</a:t>
            </a:r>
            <a:r>
              <a:rPr dirty="0" sz="2800" spc="-95"/>
              <a:t> </a:t>
            </a:r>
            <a:r>
              <a:rPr dirty="0" sz="2800"/>
              <a:t>Example</a:t>
            </a:r>
            <a:r>
              <a:rPr dirty="0" sz="2800" spc="-80"/>
              <a:t> </a:t>
            </a:r>
            <a:r>
              <a:rPr dirty="0" sz="2800"/>
              <a:t>3:</a:t>
            </a:r>
            <a:r>
              <a:rPr dirty="0" sz="2800" spc="-75"/>
              <a:t> </a:t>
            </a:r>
            <a:r>
              <a:rPr dirty="0" sz="2800"/>
              <a:t>Bidirectional</a:t>
            </a:r>
            <a:r>
              <a:rPr dirty="0" sz="2800" spc="-85"/>
              <a:t> </a:t>
            </a:r>
            <a:r>
              <a:rPr dirty="0" sz="2800" spc="-10"/>
              <a:t>Relationship </a:t>
            </a:r>
            <a:r>
              <a:rPr dirty="0" sz="2800">
                <a:solidFill>
                  <a:srgbClr val="0000CC"/>
                </a:solidFill>
              </a:rPr>
              <a:t>Student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register</a:t>
            </a:r>
            <a:r>
              <a:rPr dirty="0" sz="2800" spc="-8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30">
                <a:solidFill>
                  <a:srgbClr val="0000CC"/>
                </a:solidFill>
              </a:rPr>
              <a:t> </a:t>
            </a:r>
            <a:r>
              <a:rPr dirty="0" sz="2800"/>
              <a:t>and</a:t>
            </a:r>
            <a:r>
              <a:rPr dirty="0" sz="2800" spc="-40"/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6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add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 spc="-10">
                <a:solidFill>
                  <a:srgbClr val="0000CC"/>
                </a:solidFill>
              </a:rPr>
              <a:t>Students</a:t>
            </a:r>
            <a:endParaRPr sz="2800"/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908050" y="1447800"/>
          <a:ext cx="7861300" cy="5403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125"/>
                <a:gridCol w="396240"/>
                <a:gridCol w="913765"/>
                <a:gridCol w="488315"/>
                <a:gridCol w="243839"/>
                <a:gridCol w="486410"/>
                <a:gridCol w="4494530"/>
              </a:tblGrid>
              <a:tr h="782955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6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java.util.*;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dirty="0" sz="16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TestAssociate2</a:t>
                      </a:r>
                      <a:r>
                        <a:rPr dirty="0" sz="1600" spc="-9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static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void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main(String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args[]){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algn="r" marR="84455">
                        <a:lnSpc>
                          <a:spcPts val="172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9624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cs1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9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new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Course1("OOP","SCP3103",3);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r" marR="84455">
                        <a:lnSpc>
                          <a:spcPts val="1714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9624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cs2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9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new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Course1("TP1","SCJ1013",3);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algn="r" marR="84455">
                        <a:lnSpc>
                          <a:spcPts val="1714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9624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cs3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9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new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Course1("TP2","SCJ1213",3);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r" marR="84455">
                        <a:lnSpc>
                          <a:spcPts val="1714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9624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cs4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9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new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Course1("KP","SCP2113",3);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r" marR="84455">
                        <a:lnSpc>
                          <a:spcPts val="176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6">
                  <a:txBody>
                    <a:bodyPr/>
                    <a:lstStyle/>
                    <a:p>
                      <a:pPr marL="396240">
                        <a:lnSpc>
                          <a:spcPts val="1735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Student1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s1</a:t>
                      </a:r>
                      <a:r>
                        <a:rPr dirty="0" sz="1600" spc="-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Student1("Ali","AC0021","2SCK");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57912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Student1</a:t>
                      </a:r>
                      <a:r>
                        <a:rPr dirty="0" sz="1600" spc="-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s2</a:t>
                      </a:r>
                      <a:r>
                        <a:rPr dirty="0" sz="16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4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Student1("Abu","AC0022","3SCK");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Student1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s3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3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Student1("Ben","AC0023","3SCS");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cs1.addStudent(s1);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cs1.addStudent(s2);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cs1.addStudent(s3);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cs2.addStudent(s2);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9554">
                <a:tc>
                  <a:txBody>
                    <a:bodyPr/>
                    <a:lstStyle/>
                    <a:p>
                      <a:pPr algn="r" marR="85090">
                        <a:lnSpc>
                          <a:spcPts val="176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735"/>
                        </a:lnSpc>
                      </a:pPr>
                      <a:r>
                        <a:rPr dirty="0" sz="1600" spc="-1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cs3.addStudent(s2);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algn="r" marR="85090">
                        <a:lnSpc>
                          <a:spcPts val="172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cs1.printAllInfo();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cs2.printAllInfo();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 algn="r" marR="85090">
                        <a:lnSpc>
                          <a:spcPts val="1714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s1.printAllInfo();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1935">
                <a:tc>
                  <a:txBody>
                    <a:bodyPr/>
                    <a:lstStyle/>
                    <a:p>
                      <a:pPr algn="r" marR="85090">
                        <a:lnSpc>
                          <a:spcPts val="169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69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s2.printAllInfo();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 algn="r" marR="8509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82880">
                        <a:lnSpc>
                          <a:spcPts val="1705"/>
                        </a:lnSpc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s3.printAllInfo();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algn="r" marR="85090">
                        <a:lnSpc>
                          <a:spcPts val="1705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 algn="r" marR="85090">
                        <a:lnSpc>
                          <a:spcPts val="173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22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705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908050" y="1447800"/>
            <a:ext cx="7785100" cy="0"/>
          </a:xfrm>
          <a:custGeom>
            <a:avLst/>
            <a:gdLst/>
            <a:ahLst/>
            <a:cxnLst/>
            <a:rect l="l" t="t" r="r" b="b"/>
            <a:pathLst>
              <a:path w="7785100" h="0">
                <a:moveTo>
                  <a:pt x="0" y="0"/>
                </a:moveTo>
                <a:lnTo>
                  <a:pt x="77851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55152" y="63042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15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4932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Association</a:t>
            </a:r>
            <a:r>
              <a:rPr dirty="0" sz="2800" spc="-95"/>
              <a:t> </a:t>
            </a:r>
            <a:r>
              <a:rPr dirty="0" sz="2800"/>
              <a:t>Example</a:t>
            </a:r>
            <a:r>
              <a:rPr dirty="0" sz="2800" spc="-80"/>
              <a:t> </a:t>
            </a:r>
            <a:r>
              <a:rPr dirty="0" sz="2800"/>
              <a:t>3:</a:t>
            </a:r>
            <a:r>
              <a:rPr dirty="0" sz="2800" spc="-75"/>
              <a:t> </a:t>
            </a:r>
            <a:r>
              <a:rPr dirty="0" sz="2800"/>
              <a:t>Bidirectional</a:t>
            </a:r>
            <a:r>
              <a:rPr dirty="0" sz="2800" spc="-85"/>
              <a:t> </a:t>
            </a:r>
            <a:r>
              <a:rPr dirty="0" sz="2800" spc="-10"/>
              <a:t>Relationship </a:t>
            </a:r>
            <a:r>
              <a:rPr dirty="0" sz="2800">
                <a:solidFill>
                  <a:srgbClr val="0000CC"/>
                </a:solidFill>
              </a:rPr>
              <a:t>Student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register</a:t>
            </a:r>
            <a:r>
              <a:rPr dirty="0" sz="2800" spc="-8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30">
                <a:solidFill>
                  <a:srgbClr val="0000CC"/>
                </a:solidFill>
              </a:rPr>
              <a:t> </a:t>
            </a:r>
            <a:r>
              <a:rPr dirty="0" sz="2800"/>
              <a:t>and</a:t>
            </a:r>
            <a:r>
              <a:rPr dirty="0" sz="2800" spc="-40"/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6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add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 spc="-10">
                <a:solidFill>
                  <a:srgbClr val="0000CC"/>
                </a:solidFill>
              </a:rPr>
              <a:t>Students</a:t>
            </a:r>
            <a:endParaRPr sz="2800"/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908050" y="1593850"/>
          <a:ext cx="7861300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125"/>
                <a:gridCol w="7026275"/>
              </a:tblGrid>
              <a:tr h="4968240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4455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algn="r" marR="85090">
                        <a:lnSpc>
                          <a:spcPct val="100000"/>
                        </a:lnSpc>
                      </a:pPr>
                      <a:r>
                        <a:rPr dirty="0" sz="1600" spc="-25" b="1">
                          <a:latin typeface="Courier New"/>
                          <a:cs typeface="Courier New"/>
                        </a:rPr>
                        <a:t>19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 marR="3997325" indent="-2438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Student1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 b="1">
                          <a:latin typeface="Courier New"/>
                          <a:cs typeface="Courier New"/>
                        </a:rPr>
                        <a:t>name;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matrix;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major;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ts val="1945"/>
                        </a:lnSpc>
                      </a:pP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2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Course1[]</a:t>
                      </a:r>
                      <a:r>
                        <a:rPr dirty="0" sz="1600" spc="-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courseList;</a:t>
                      </a:r>
                      <a:r>
                        <a:rPr dirty="0" sz="1600" spc="-36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baseline="-13888" sz="2700" b="1">
                          <a:latin typeface="Arial"/>
                          <a:cs typeface="Arial"/>
                        </a:rPr>
                        <a:t>//showing</a:t>
                      </a:r>
                      <a:r>
                        <a:rPr dirty="0" baseline="-13888" sz="2700" spc="-97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13888" sz="2700" spc="-15" b="1">
                          <a:latin typeface="Arial"/>
                          <a:cs typeface="Arial"/>
                        </a:rPr>
                        <a:t>association</a:t>
                      </a:r>
                      <a:endParaRPr baseline="-13888" sz="2700">
                        <a:latin typeface="Arial"/>
                        <a:cs typeface="Arial"/>
                      </a:endParaRPr>
                    </a:p>
                    <a:p>
                      <a:pPr marL="335280">
                        <a:lnSpc>
                          <a:spcPts val="19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private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dirty="0" sz="16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numOfCourse;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 marR="1313180" indent="-6096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Student1(String</a:t>
                      </a:r>
                      <a:r>
                        <a:rPr dirty="0" sz="16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n,String</a:t>
                      </a:r>
                      <a:r>
                        <a:rPr dirty="0" sz="1600" spc="-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m,String</a:t>
                      </a:r>
                      <a:r>
                        <a:rPr dirty="0" sz="1600" spc="-8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j){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name=n;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matrix=m;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ts val="182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major</a:t>
                      </a:r>
                      <a:r>
                        <a:rPr dirty="0" sz="16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25" b="1">
                          <a:latin typeface="Courier New"/>
                          <a:cs typeface="Courier New"/>
                        </a:rPr>
                        <a:t> j;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96240">
                        <a:lnSpc>
                          <a:spcPts val="2039"/>
                        </a:lnSpc>
                      </a:pP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courseList</a:t>
                      </a:r>
                      <a:r>
                        <a:rPr dirty="0" sz="1600" spc="-5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4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600" spc="-55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Course1[4];</a:t>
                      </a:r>
                      <a:r>
                        <a:rPr dirty="0" sz="1600" spc="390" b="1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baseline="-13888" sz="2700" b="1">
                          <a:latin typeface="Arial"/>
                          <a:cs typeface="Arial"/>
                        </a:rPr>
                        <a:t>//showing</a:t>
                      </a:r>
                      <a:r>
                        <a:rPr dirty="0" baseline="-13888" sz="2700" spc="-112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13888" sz="2700" spc="-15" b="1">
                          <a:latin typeface="Arial"/>
                          <a:cs typeface="Arial"/>
                        </a:rPr>
                        <a:t>association</a:t>
                      </a:r>
                      <a:endParaRPr baseline="-13888" sz="2700">
                        <a:latin typeface="Arial"/>
                        <a:cs typeface="Arial"/>
                      </a:endParaRPr>
                    </a:p>
                    <a:p>
                      <a:pPr marL="335280">
                        <a:lnSpc>
                          <a:spcPts val="19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40080" marR="3631565" indent="-30480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getName()</a:t>
                      </a:r>
                      <a:r>
                        <a:rPr dirty="0" sz="16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name;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40080" marR="3388360" indent="-30480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Courier New"/>
                          <a:cs typeface="Courier New"/>
                        </a:rPr>
                        <a:t>public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getMatrix()</a:t>
                      </a:r>
                      <a:r>
                        <a:rPr dirty="0" sz="1600" spc="-7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50" b="1">
                          <a:latin typeface="Courier New"/>
                          <a:cs typeface="Courier New"/>
                        </a:rPr>
                        <a:t>{ </a:t>
                      </a:r>
                      <a:r>
                        <a:rPr dirty="0" sz="1600" b="1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1600" spc="-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latin typeface="Courier New"/>
                          <a:cs typeface="Courier New"/>
                        </a:rPr>
                        <a:t>matrix;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35280">
                        <a:lnSpc>
                          <a:spcPct val="100000"/>
                        </a:lnSpc>
                      </a:pPr>
                      <a:r>
                        <a:rPr dirty="0" sz="1600" spc="-50" b="1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768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444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55152" y="63042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4932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Association</a:t>
            </a:r>
            <a:r>
              <a:rPr dirty="0" sz="2800" spc="-95"/>
              <a:t> </a:t>
            </a:r>
            <a:r>
              <a:rPr dirty="0" sz="2800"/>
              <a:t>Example</a:t>
            </a:r>
            <a:r>
              <a:rPr dirty="0" sz="2800" spc="-80"/>
              <a:t> </a:t>
            </a:r>
            <a:r>
              <a:rPr dirty="0" sz="2800"/>
              <a:t>3:</a:t>
            </a:r>
            <a:r>
              <a:rPr dirty="0" sz="2800" spc="-75"/>
              <a:t> </a:t>
            </a:r>
            <a:r>
              <a:rPr dirty="0" sz="2800"/>
              <a:t>Bidirectional</a:t>
            </a:r>
            <a:r>
              <a:rPr dirty="0" sz="2800" spc="-85"/>
              <a:t> </a:t>
            </a:r>
            <a:r>
              <a:rPr dirty="0" sz="2800" spc="-10"/>
              <a:t>Relationship </a:t>
            </a:r>
            <a:r>
              <a:rPr dirty="0" sz="2800">
                <a:solidFill>
                  <a:srgbClr val="0000CC"/>
                </a:solidFill>
              </a:rPr>
              <a:t>Student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register</a:t>
            </a:r>
            <a:r>
              <a:rPr dirty="0" sz="2800" spc="-8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30">
                <a:solidFill>
                  <a:srgbClr val="0000CC"/>
                </a:solidFill>
              </a:rPr>
              <a:t> </a:t>
            </a:r>
            <a:r>
              <a:rPr dirty="0" sz="2800"/>
              <a:t>and</a:t>
            </a:r>
            <a:r>
              <a:rPr dirty="0" sz="2800" spc="-40"/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6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add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 spc="-10">
                <a:solidFill>
                  <a:srgbClr val="0000CC"/>
                </a:solidFill>
              </a:rPr>
              <a:t>Students</a:t>
            </a:r>
            <a:endParaRPr sz="2800"/>
          </a:p>
        </p:txBody>
      </p:sp>
      <p:grpSp>
        <p:nvGrpSpPr>
          <p:cNvPr id="5" name="object 5" descr=""/>
          <p:cNvGrpSpPr/>
          <p:nvPr/>
        </p:nvGrpSpPr>
        <p:grpSpPr>
          <a:xfrm>
            <a:off x="222250" y="1593850"/>
            <a:ext cx="8775700" cy="5224780"/>
            <a:chOff x="222250" y="1593850"/>
            <a:chExt cx="8775700" cy="5224780"/>
          </a:xfrm>
        </p:grpSpPr>
        <p:sp>
          <p:nvSpPr>
            <p:cNvPr id="6" name="object 6" descr=""/>
            <p:cNvSpPr/>
            <p:nvPr/>
          </p:nvSpPr>
          <p:spPr>
            <a:xfrm>
              <a:off x="228600" y="1600200"/>
              <a:ext cx="500380" cy="5212080"/>
            </a:xfrm>
            <a:custGeom>
              <a:avLst/>
              <a:gdLst/>
              <a:ahLst/>
              <a:cxnLst/>
              <a:rect l="l" t="t" r="r" b="b"/>
              <a:pathLst>
                <a:path w="500380" h="5212080">
                  <a:moveTo>
                    <a:pt x="500062" y="0"/>
                  </a:moveTo>
                  <a:lnTo>
                    <a:pt x="0" y="0"/>
                  </a:lnTo>
                  <a:lnTo>
                    <a:pt x="0" y="5212080"/>
                  </a:lnTo>
                  <a:lnTo>
                    <a:pt x="500062" y="5212080"/>
                  </a:lnTo>
                  <a:lnTo>
                    <a:pt x="500062" y="0"/>
                  </a:lnTo>
                  <a:close/>
                </a:path>
              </a:pathLst>
            </a:custGeom>
            <a:solidFill>
              <a:srgbClr val="FFFF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8662" y="1600200"/>
              <a:ext cx="8263255" cy="5212080"/>
            </a:xfrm>
            <a:custGeom>
              <a:avLst/>
              <a:gdLst/>
              <a:ahLst/>
              <a:cxnLst/>
              <a:rect l="l" t="t" r="r" b="b"/>
              <a:pathLst>
                <a:path w="8263255" h="5212080">
                  <a:moveTo>
                    <a:pt x="8262874" y="0"/>
                  </a:moveTo>
                  <a:lnTo>
                    <a:pt x="0" y="0"/>
                  </a:lnTo>
                  <a:lnTo>
                    <a:pt x="0" y="5212080"/>
                  </a:lnTo>
                  <a:lnTo>
                    <a:pt x="8262874" y="5212080"/>
                  </a:lnTo>
                  <a:lnTo>
                    <a:pt x="8262874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2250" y="1593850"/>
              <a:ext cx="8775700" cy="5224780"/>
            </a:xfrm>
            <a:custGeom>
              <a:avLst/>
              <a:gdLst/>
              <a:ahLst/>
              <a:cxnLst/>
              <a:rect l="l" t="t" r="r" b="b"/>
              <a:pathLst>
                <a:path w="8775700" h="5224780">
                  <a:moveTo>
                    <a:pt x="506412" y="0"/>
                  </a:moveTo>
                  <a:lnTo>
                    <a:pt x="506412" y="5224780"/>
                  </a:lnTo>
                </a:path>
                <a:path w="8775700" h="5224780">
                  <a:moveTo>
                    <a:pt x="6350" y="0"/>
                  </a:moveTo>
                  <a:lnTo>
                    <a:pt x="6350" y="5224780"/>
                  </a:lnTo>
                </a:path>
                <a:path w="8775700" h="5224780">
                  <a:moveTo>
                    <a:pt x="8769350" y="0"/>
                  </a:moveTo>
                  <a:lnTo>
                    <a:pt x="8769350" y="5224780"/>
                  </a:lnTo>
                </a:path>
                <a:path w="8775700" h="5224780">
                  <a:moveTo>
                    <a:pt x="0" y="6350"/>
                  </a:moveTo>
                  <a:lnTo>
                    <a:pt x="8775700" y="6350"/>
                  </a:lnTo>
                </a:path>
                <a:path w="8775700" h="5224780">
                  <a:moveTo>
                    <a:pt x="0" y="5218430"/>
                  </a:moveTo>
                  <a:lnTo>
                    <a:pt x="8775700" y="521843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0491" y="1854454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0491" y="2098370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0491" y="2342514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0491" y="2586354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25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80491" y="2830194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26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0491" y="3074035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27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0491" y="3317875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28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0491" y="3561663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29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80491" y="380580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0491" y="4049648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0491" y="429348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32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80491" y="4537328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33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0491" y="5025085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35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80491" y="526922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36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0491" y="551301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37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80491" y="575685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38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80491" y="600069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39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80491" y="6244539"/>
            <a:ext cx="269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40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201678" y="2342514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0000CC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80491" y="1610613"/>
            <a:ext cx="4601845" cy="2952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9420" algn="l"/>
              </a:tabLst>
            </a:pPr>
            <a:r>
              <a:rPr dirty="0" sz="1600" spc="-25" b="1">
                <a:latin typeface="Courier New"/>
                <a:cs typeface="Courier New"/>
              </a:rPr>
              <a:t>21</a:t>
            </a:r>
            <a:r>
              <a:rPr dirty="0" sz="1600" b="1">
                <a:latin typeface="Courier New"/>
                <a:cs typeface="Courier New"/>
              </a:rPr>
              <a:t>	public</a:t>
            </a:r>
            <a:r>
              <a:rPr dirty="0" sz="1600" spc="-7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String</a:t>
            </a:r>
            <a:r>
              <a:rPr dirty="0" sz="1600" spc="-8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getMajor()</a:t>
            </a:r>
            <a:r>
              <a:rPr dirty="0" sz="1600" spc="-70" b="1">
                <a:latin typeface="Courier New"/>
                <a:cs typeface="Courier New"/>
              </a:rPr>
              <a:t> </a:t>
            </a:r>
            <a:r>
              <a:rPr dirty="0" sz="1600" spc="-50" b="1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171575">
              <a:lnSpc>
                <a:spcPct val="100000"/>
              </a:lnSpc>
            </a:pPr>
            <a:r>
              <a:rPr dirty="0" sz="1600" b="1">
                <a:latin typeface="Courier New"/>
                <a:cs typeface="Courier New"/>
              </a:rPr>
              <a:t>return</a:t>
            </a:r>
            <a:r>
              <a:rPr dirty="0" sz="1600" spc="-5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major;</a:t>
            </a:r>
            <a:endParaRPr sz="16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88060" marR="5080" indent="-3048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public</a:t>
            </a:r>
            <a:r>
              <a:rPr dirty="0" sz="1600" spc="-9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void</a:t>
            </a:r>
            <a:r>
              <a:rPr dirty="0" sz="1600" spc="-85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register(Course1</a:t>
            </a:r>
            <a:r>
              <a:rPr dirty="0" sz="1600" spc="-8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spc="-25" b="1">
                <a:solidFill>
                  <a:srgbClr val="0000CC"/>
                </a:solidFill>
                <a:latin typeface="Courier New"/>
                <a:cs typeface="Courier New"/>
              </a:rPr>
              <a:t>cs) </a:t>
            </a:r>
            <a:r>
              <a:rPr dirty="0" sz="1600" b="1">
                <a:latin typeface="Courier New"/>
                <a:cs typeface="Courier New"/>
              </a:rPr>
              <a:t>courseList[numOfCourse]</a:t>
            </a:r>
            <a:r>
              <a:rPr dirty="0" sz="1600" spc="-12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=</a:t>
            </a:r>
            <a:r>
              <a:rPr dirty="0" sz="1600" spc="-120" b="1">
                <a:latin typeface="Courier New"/>
                <a:cs typeface="Courier New"/>
              </a:rPr>
              <a:t> </a:t>
            </a:r>
            <a:r>
              <a:rPr dirty="0" sz="1600" spc="-25" b="1">
                <a:latin typeface="Courier New"/>
                <a:cs typeface="Courier New"/>
              </a:rPr>
              <a:t>cs; </a:t>
            </a:r>
            <a:r>
              <a:rPr dirty="0" sz="1600" spc="-10" b="1">
                <a:latin typeface="Courier New"/>
                <a:cs typeface="Courier New"/>
              </a:rPr>
              <a:t>numOfCourse++;</a:t>
            </a:r>
            <a:endParaRPr sz="16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dirty="0" sz="1600" b="1">
                <a:latin typeface="Courier New"/>
                <a:cs typeface="Courier New"/>
              </a:rPr>
              <a:t>public</a:t>
            </a:r>
            <a:r>
              <a:rPr dirty="0" sz="1600" spc="-8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int</a:t>
            </a:r>
            <a:r>
              <a:rPr dirty="0" sz="1600" spc="-8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getNumOfCourse()</a:t>
            </a:r>
            <a:r>
              <a:rPr dirty="0" sz="1600" spc="-85" b="1">
                <a:latin typeface="Courier New"/>
                <a:cs typeface="Courier New"/>
              </a:rPr>
              <a:t> </a:t>
            </a:r>
            <a:r>
              <a:rPr dirty="0" sz="1600" spc="-50" b="1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88060">
              <a:lnSpc>
                <a:spcPct val="100000"/>
              </a:lnSpc>
            </a:pPr>
            <a:r>
              <a:rPr dirty="0" sz="1600" b="1">
                <a:latin typeface="Courier New"/>
                <a:cs typeface="Courier New"/>
              </a:rPr>
              <a:t>return</a:t>
            </a:r>
            <a:r>
              <a:rPr dirty="0" sz="1600" spc="-7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numOfCourse;</a:t>
            </a:r>
            <a:endParaRPr sz="16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27100" marR="123189" indent="-243840">
              <a:lnSpc>
                <a:spcPct val="100000"/>
              </a:lnSpc>
            </a:pPr>
            <a:r>
              <a:rPr dirty="0" sz="1600" b="1">
                <a:latin typeface="Courier New"/>
                <a:cs typeface="Courier New"/>
              </a:rPr>
              <a:t>public</a:t>
            </a:r>
            <a:r>
              <a:rPr dirty="0" sz="1600" spc="-8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void</a:t>
            </a:r>
            <a:r>
              <a:rPr dirty="0" sz="1600" spc="-8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printAllInfo()</a:t>
            </a:r>
            <a:r>
              <a:rPr dirty="0" sz="1600" spc="-80" b="1">
                <a:latin typeface="Courier New"/>
                <a:cs typeface="Courier New"/>
              </a:rPr>
              <a:t> </a:t>
            </a:r>
            <a:r>
              <a:rPr dirty="0" sz="1600" spc="-50" b="1">
                <a:latin typeface="Courier New"/>
                <a:cs typeface="Courier New"/>
              </a:rPr>
              <a:t>{ </a:t>
            </a:r>
            <a:r>
              <a:rPr dirty="0" sz="1600" spc="-10" b="1">
                <a:latin typeface="Courier New"/>
                <a:cs typeface="Courier New"/>
              </a:rPr>
              <a:t>System.out.println("\nSTUDENT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081997" y="4293489"/>
            <a:ext cx="514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Courier New"/>
                <a:cs typeface="Courier New"/>
              </a:rPr>
              <a:t>NAME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913522" y="4293489"/>
            <a:ext cx="1123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urier New"/>
                <a:cs typeface="Courier New"/>
              </a:rPr>
              <a:t>:"+name);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851036" y="5025085"/>
            <a:ext cx="51498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Courier New"/>
                <a:cs typeface="Courier New"/>
              </a:rPr>
              <a:t>:");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80491" y="4537328"/>
            <a:ext cx="613092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urier New"/>
                <a:cs typeface="Courier New"/>
              </a:rPr>
              <a:t>System.out.println("NUMBER</a:t>
            </a:r>
            <a:r>
              <a:rPr dirty="0" sz="1600" spc="-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OF</a:t>
            </a:r>
            <a:r>
              <a:rPr dirty="0" sz="1600" spc="-1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SUBJECT(s)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439420" algn="l"/>
              </a:tabLst>
            </a:pPr>
            <a:r>
              <a:rPr dirty="0" sz="1600" spc="-25" b="1">
                <a:latin typeface="Courier New"/>
                <a:cs typeface="Courier New"/>
              </a:rPr>
              <a:t>34</a:t>
            </a:r>
            <a:r>
              <a:rPr dirty="0" sz="1600" b="1">
                <a:latin typeface="Courier New"/>
                <a:cs typeface="Courier New"/>
              </a:rPr>
              <a:t>	TAKEN</a:t>
            </a:r>
            <a:r>
              <a:rPr dirty="0" sz="1600" spc="-6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:"+numOfCourse);</a:t>
            </a:r>
            <a:endParaRPr sz="16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dirty="0" sz="1600" spc="-10" b="1">
                <a:latin typeface="Courier New"/>
                <a:cs typeface="Courier New"/>
              </a:rPr>
              <a:t>System.out.println("LIST</a:t>
            </a:r>
            <a:r>
              <a:rPr dirty="0" sz="1600" spc="-5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OF</a:t>
            </a:r>
            <a:r>
              <a:rPr dirty="0" sz="1600" spc="-6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SUBJECT(s)</a:t>
            </a:r>
            <a:r>
              <a:rPr dirty="0" sz="1600" spc="-6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TAKEN</a:t>
            </a:r>
            <a:endParaRPr sz="1600">
              <a:latin typeface="Courier New"/>
              <a:cs typeface="Courier New"/>
            </a:endParaRPr>
          </a:p>
          <a:p>
            <a:pPr marL="1354455" marR="741680" indent="-427355">
              <a:lnSpc>
                <a:spcPct val="100000"/>
              </a:lnSpc>
            </a:pPr>
            <a:r>
              <a:rPr dirty="0" sz="1600" b="1">
                <a:latin typeface="Courier New"/>
                <a:cs typeface="Courier New"/>
              </a:rPr>
              <a:t>for(int</a:t>
            </a:r>
            <a:r>
              <a:rPr dirty="0" sz="1600" spc="-14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i=0;i&lt;numOfCourse;i++)</a:t>
            </a:r>
            <a:r>
              <a:rPr dirty="0" sz="1600" spc="-145" b="1">
                <a:latin typeface="Courier New"/>
                <a:cs typeface="Courier New"/>
              </a:rPr>
              <a:t> </a:t>
            </a:r>
            <a:r>
              <a:rPr dirty="0" sz="1600" spc="-50" b="1">
                <a:latin typeface="Courier New"/>
                <a:cs typeface="Courier New"/>
              </a:rPr>
              <a:t>{ </a:t>
            </a:r>
            <a:r>
              <a:rPr dirty="0" sz="1600" b="1">
                <a:latin typeface="Courier New"/>
                <a:cs typeface="Courier New"/>
              </a:rPr>
              <a:t>Course1</a:t>
            </a:r>
            <a:r>
              <a:rPr dirty="0" sz="1600" spc="-7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s=(Course1)courseList[i];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722247" y="5756859"/>
            <a:ext cx="57607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urier New"/>
                <a:cs typeface="Courier New"/>
              </a:rPr>
              <a:t>System.out.println((i+1)</a:t>
            </a:r>
            <a:r>
              <a:rPr dirty="0" sz="1600" spc="-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+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".</a:t>
            </a:r>
            <a:r>
              <a:rPr dirty="0" sz="1600" spc="-1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" +</a:t>
            </a:r>
            <a:r>
              <a:rPr dirty="0" sz="1600" spc="-10" b="1">
                <a:latin typeface="Courier New"/>
                <a:cs typeface="Courier New"/>
              </a:rPr>
              <a:t> s.getName());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295146" y="6000699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051356" y="6244539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80491" y="6488379"/>
            <a:ext cx="5746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9420" algn="l"/>
              </a:tabLst>
            </a:pPr>
            <a:r>
              <a:rPr dirty="0" sz="1600" spc="-25" b="1">
                <a:latin typeface="Courier New"/>
                <a:cs typeface="Courier New"/>
              </a:rPr>
              <a:t>41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597778" y="2404109"/>
            <a:ext cx="2400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//showing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association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768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444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55152" y="63042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17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4932" rIns="0" bIns="0" rtlCol="0" vert="horz">
            <a:spAutoFit/>
          </a:bodyPr>
          <a:lstStyle/>
          <a:p>
            <a:pPr marL="927100" marR="508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Association</a:t>
            </a:r>
            <a:r>
              <a:rPr dirty="0" sz="2800" spc="-95"/>
              <a:t> </a:t>
            </a:r>
            <a:r>
              <a:rPr dirty="0" sz="2800"/>
              <a:t>Example</a:t>
            </a:r>
            <a:r>
              <a:rPr dirty="0" sz="2800" spc="-80"/>
              <a:t> </a:t>
            </a:r>
            <a:r>
              <a:rPr dirty="0" sz="2800"/>
              <a:t>3:</a:t>
            </a:r>
            <a:r>
              <a:rPr dirty="0" sz="2800" spc="-75"/>
              <a:t> </a:t>
            </a:r>
            <a:r>
              <a:rPr dirty="0" sz="2800"/>
              <a:t>Bidirectional</a:t>
            </a:r>
            <a:r>
              <a:rPr dirty="0" sz="2800" spc="-85"/>
              <a:t> </a:t>
            </a:r>
            <a:r>
              <a:rPr dirty="0" sz="2800" spc="-10"/>
              <a:t>Relationship </a:t>
            </a:r>
            <a:r>
              <a:rPr dirty="0" sz="2800">
                <a:solidFill>
                  <a:srgbClr val="0000CC"/>
                </a:solidFill>
              </a:rPr>
              <a:t>Student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register</a:t>
            </a:r>
            <a:r>
              <a:rPr dirty="0" sz="2800" spc="-8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30">
                <a:solidFill>
                  <a:srgbClr val="0000CC"/>
                </a:solidFill>
              </a:rPr>
              <a:t> </a:t>
            </a:r>
            <a:r>
              <a:rPr dirty="0" sz="2800"/>
              <a:t>and</a:t>
            </a:r>
            <a:r>
              <a:rPr dirty="0" sz="2800" spc="-40"/>
              <a:t> </a:t>
            </a:r>
            <a:r>
              <a:rPr dirty="0" sz="2800">
                <a:solidFill>
                  <a:srgbClr val="0000CC"/>
                </a:solidFill>
              </a:rPr>
              <a:t>Course</a:t>
            </a:r>
            <a:r>
              <a:rPr dirty="0" sz="2800" spc="-60">
                <a:solidFill>
                  <a:srgbClr val="0000CC"/>
                </a:solidFill>
              </a:rPr>
              <a:t> </a:t>
            </a:r>
            <a:r>
              <a:rPr dirty="0" sz="2800">
                <a:solidFill>
                  <a:srgbClr val="0000CC"/>
                </a:solidFill>
              </a:rPr>
              <a:t>add</a:t>
            </a:r>
            <a:r>
              <a:rPr dirty="0" sz="2800" spc="-40">
                <a:solidFill>
                  <a:srgbClr val="0000CC"/>
                </a:solidFill>
              </a:rPr>
              <a:t> </a:t>
            </a:r>
            <a:r>
              <a:rPr dirty="0" sz="2800" spc="-10">
                <a:solidFill>
                  <a:srgbClr val="0000CC"/>
                </a:solidFill>
              </a:rPr>
              <a:t>Students</a:t>
            </a:r>
            <a:endParaRPr sz="2800"/>
          </a:p>
        </p:txBody>
      </p:sp>
      <p:grpSp>
        <p:nvGrpSpPr>
          <p:cNvPr id="5" name="object 5" descr=""/>
          <p:cNvGrpSpPr/>
          <p:nvPr/>
        </p:nvGrpSpPr>
        <p:grpSpPr>
          <a:xfrm>
            <a:off x="222250" y="1593850"/>
            <a:ext cx="8775700" cy="5224780"/>
            <a:chOff x="222250" y="1593850"/>
            <a:chExt cx="8775700" cy="5224780"/>
          </a:xfrm>
        </p:grpSpPr>
        <p:sp>
          <p:nvSpPr>
            <p:cNvPr id="6" name="object 6" descr=""/>
            <p:cNvSpPr/>
            <p:nvPr/>
          </p:nvSpPr>
          <p:spPr>
            <a:xfrm>
              <a:off x="228600" y="1600200"/>
              <a:ext cx="457200" cy="5212080"/>
            </a:xfrm>
            <a:custGeom>
              <a:avLst/>
              <a:gdLst/>
              <a:ahLst/>
              <a:cxnLst/>
              <a:rect l="l" t="t" r="r" b="b"/>
              <a:pathLst>
                <a:path w="457200" h="5212080">
                  <a:moveTo>
                    <a:pt x="457200" y="0"/>
                  </a:moveTo>
                  <a:lnTo>
                    <a:pt x="0" y="0"/>
                  </a:lnTo>
                  <a:lnTo>
                    <a:pt x="0" y="5212080"/>
                  </a:lnTo>
                  <a:lnTo>
                    <a:pt x="457200" y="521208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5800" y="1600200"/>
              <a:ext cx="8305800" cy="5212080"/>
            </a:xfrm>
            <a:custGeom>
              <a:avLst/>
              <a:gdLst/>
              <a:ahLst/>
              <a:cxnLst/>
              <a:rect l="l" t="t" r="r" b="b"/>
              <a:pathLst>
                <a:path w="8305800" h="5212080">
                  <a:moveTo>
                    <a:pt x="8305800" y="0"/>
                  </a:moveTo>
                  <a:lnTo>
                    <a:pt x="0" y="0"/>
                  </a:lnTo>
                  <a:lnTo>
                    <a:pt x="0" y="5212080"/>
                  </a:lnTo>
                  <a:lnTo>
                    <a:pt x="8305800" y="5212080"/>
                  </a:lnTo>
                  <a:lnTo>
                    <a:pt x="83058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2250" y="1593850"/>
              <a:ext cx="8775700" cy="5224780"/>
            </a:xfrm>
            <a:custGeom>
              <a:avLst/>
              <a:gdLst/>
              <a:ahLst/>
              <a:cxnLst/>
              <a:rect l="l" t="t" r="r" b="b"/>
              <a:pathLst>
                <a:path w="8775700" h="5224780">
                  <a:moveTo>
                    <a:pt x="463550" y="0"/>
                  </a:moveTo>
                  <a:lnTo>
                    <a:pt x="463550" y="5224780"/>
                  </a:lnTo>
                </a:path>
                <a:path w="8775700" h="5224780">
                  <a:moveTo>
                    <a:pt x="6350" y="0"/>
                  </a:moveTo>
                  <a:lnTo>
                    <a:pt x="6350" y="5224780"/>
                  </a:lnTo>
                </a:path>
                <a:path w="8775700" h="5224780">
                  <a:moveTo>
                    <a:pt x="8769350" y="0"/>
                  </a:moveTo>
                  <a:lnTo>
                    <a:pt x="8769350" y="5224780"/>
                  </a:lnTo>
                </a:path>
                <a:path w="8775700" h="5224780">
                  <a:moveTo>
                    <a:pt x="0" y="6350"/>
                  </a:moveTo>
                  <a:lnTo>
                    <a:pt x="8775700" y="6350"/>
                  </a:lnTo>
                </a:path>
                <a:path w="8775700" h="5224780">
                  <a:moveTo>
                    <a:pt x="0" y="5218430"/>
                  </a:moveTo>
                  <a:lnTo>
                    <a:pt x="8775700" y="521843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36295" y="5025085"/>
            <a:ext cx="269240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urier New"/>
                <a:cs typeface="Courier New"/>
              </a:rPr>
              <a:t>15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16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17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18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19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20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23028" y="4537328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9644" y="4537328"/>
            <a:ext cx="283654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1665" marR="5080" indent="-6096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urier New"/>
                <a:cs typeface="Courier New"/>
              </a:rPr>
              <a:t>public</a:t>
            </a:r>
            <a:r>
              <a:rPr dirty="0" sz="1600" spc="-4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String</a:t>
            </a:r>
            <a:r>
              <a:rPr dirty="0" sz="1600" spc="-5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getName() </a:t>
            </a:r>
            <a:r>
              <a:rPr dirty="0" sz="1600" b="1">
                <a:latin typeface="Courier New"/>
                <a:cs typeface="Courier New"/>
              </a:rPr>
              <a:t>return</a:t>
            </a:r>
            <a:r>
              <a:rPr dirty="0" sz="1600" spc="-4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name;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9644" y="5269229"/>
            <a:ext cx="4610735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5904" marR="5080" indent="-6096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public</a:t>
            </a:r>
            <a:r>
              <a:rPr dirty="0" sz="1600" spc="-7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void</a:t>
            </a:r>
            <a:r>
              <a:rPr dirty="0" sz="1600" spc="-7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addStudent(Student1</a:t>
            </a:r>
            <a:r>
              <a:rPr dirty="0" sz="1600" spc="-5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spc="-20" b="1">
                <a:solidFill>
                  <a:srgbClr val="0000CC"/>
                </a:solidFill>
                <a:latin typeface="Courier New"/>
                <a:cs typeface="Courier New"/>
              </a:rPr>
              <a:t>st){ </a:t>
            </a:r>
            <a:r>
              <a:rPr dirty="0" sz="1600" b="1">
                <a:latin typeface="Courier New"/>
                <a:cs typeface="Courier New"/>
              </a:rPr>
              <a:t>stuList[numOfStudent]</a:t>
            </a:r>
            <a:r>
              <a:rPr dirty="0" sz="1600" spc="-7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=</a:t>
            </a:r>
            <a:r>
              <a:rPr dirty="0" sz="1600" spc="-85" b="1">
                <a:latin typeface="Courier New"/>
                <a:cs typeface="Courier New"/>
              </a:rPr>
              <a:t> </a:t>
            </a:r>
            <a:r>
              <a:rPr dirty="0" sz="1600" spc="-25" b="1">
                <a:latin typeface="Courier New"/>
                <a:cs typeface="Courier New"/>
              </a:rPr>
              <a:t>st; </a:t>
            </a:r>
            <a:r>
              <a:rPr dirty="0" sz="1600" spc="-10" b="1">
                <a:latin typeface="Courier New"/>
                <a:cs typeface="Courier New"/>
              </a:rPr>
              <a:t>numOfStudent++;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</a:pPr>
            <a:r>
              <a:rPr dirty="0" sz="1600" spc="-10" b="1">
                <a:latin typeface="Courier New"/>
                <a:cs typeface="Courier New"/>
              </a:rPr>
              <a:t>st.register(this);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latin typeface="Courier New"/>
                <a:cs typeface="Courier New"/>
              </a:rPr>
              <a:t>}//addStudent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10895" y="1610613"/>
            <a:ext cx="6470650" cy="3439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6090" indent="-306705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466090" algn="l"/>
              </a:tabLst>
            </a:pPr>
            <a:r>
              <a:rPr dirty="0" sz="1600" b="1">
                <a:latin typeface="Courier New"/>
                <a:cs typeface="Courier New"/>
              </a:rPr>
              <a:t>public</a:t>
            </a:r>
            <a:r>
              <a:rPr dirty="0" sz="1600" spc="-4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class</a:t>
            </a:r>
            <a:r>
              <a:rPr dirty="0" sz="1600" spc="-4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Course1</a:t>
            </a:r>
            <a:r>
              <a:rPr dirty="0" sz="1600" spc="-50" b="1">
                <a:latin typeface="Courier New"/>
                <a:cs typeface="Courier New"/>
              </a:rPr>
              <a:t> {</a:t>
            </a:r>
            <a:endParaRPr sz="1600">
              <a:latin typeface="Courier New"/>
              <a:cs typeface="Courier New"/>
            </a:endParaRPr>
          </a:p>
          <a:p>
            <a:pPr marL="709930" indent="-550545">
              <a:lnSpc>
                <a:spcPct val="100000"/>
              </a:lnSpc>
              <a:buAutoNum type="arabicPlain"/>
              <a:tabLst>
                <a:tab pos="709930" algn="l"/>
              </a:tabLst>
            </a:pPr>
            <a:r>
              <a:rPr dirty="0" sz="1600" b="1">
                <a:latin typeface="Courier New"/>
                <a:cs typeface="Courier New"/>
              </a:rPr>
              <a:t>private</a:t>
            </a:r>
            <a:r>
              <a:rPr dirty="0" sz="1600" spc="-5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String</a:t>
            </a:r>
            <a:r>
              <a:rPr dirty="0" sz="1600" spc="-5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name;</a:t>
            </a:r>
            <a:endParaRPr sz="1600">
              <a:latin typeface="Courier New"/>
              <a:cs typeface="Courier New"/>
            </a:endParaRPr>
          </a:p>
          <a:p>
            <a:pPr marL="709930" indent="-550545">
              <a:lnSpc>
                <a:spcPct val="100000"/>
              </a:lnSpc>
              <a:buAutoNum type="arabicPlain"/>
              <a:tabLst>
                <a:tab pos="709930" algn="l"/>
              </a:tabLst>
            </a:pPr>
            <a:r>
              <a:rPr dirty="0" sz="1600" b="1">
                <a:latin typeface="Courier New"/>
                <a:cs typeface="Courier New"/>
              </a:rPr>
              <a:t>private</a:t>
            </a:r>
            <a:r>
              <a:rPr dirty="0" sz="1600" spc="-7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String</a:t>
            </a:r>
            <a:r>
              <a:rPr dirty="0" sz="1600" spc="-65" b="1">
                <a:latin typeface="Courier New"/>
                <a:cs typeface="Courier New"/>
              </a:rPr>
              <a:t> </a:t>
            </a:r>
            <a:r>
              <a:rPr dirty="0" sz="1600" spc="-20" b="1">
                <a:latin typeface="Courier New"/>
                <a:cs typeface="Courier New"/>
              </a:rPr>
              <a:t>code;</a:t>
            </a:r>
            <a:endParaRPr sz="1600">
              <a:latin typeface="Courier New"/>
              <a:cs typeface="Courier New"/>
            </a:endParaRPr>
          </a:p>
          <a:p>
            <a:pPr marL="709930" indent="-550545">
              <a:lnSpc>
                <a:spcPts val="1820"/>
              </a:lnSpc>
              <a:spcBef>
                <a:spcPts val="5"/>
              </a:spcBef>
              <a:buAutoNum type="arabicPlain"/>
              <a:tabLst>
                <a:tab pos="709930" algn="l"/>
              </a:tabLst>
            </a:pPr>
            <a:r>
              <a:rPr dirty="0" sz="1600" b="1">
                <a:latin typeface="Courier New"/>
                <a:cs typeface="Courier New"/>
              </a:rPr>
              <a:t>private</a:t>
            </a:r>
            <a:r>
              <a:rPr dirty="0" sz="1600" spc="-3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int</a:t>
            </a:r>
            <a:r>
              <a:rPr dirty="0" sz="1600" spc="-3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section;</a:t>
            </a:r>
            <a:endParaRPr sz="1600">
              <a:latin typeface="Courier New"/>
              <a:cs typeface="Courier New"/>
            </a:endParaRPr>
          </a:p>
          <a:p>
            <a:pPr marL="709930" indent="-550545">
              <a:lnSpc>
                <a:spcPts val="2039"/>
              </a:lnSpc>
              <a:buClr>
                <a:srgbClr val="000000"/>
              </a:buClr>
              <a:buAutoNum type="arabicPlain"/>
              <a:tabLst>
                <a:tab pos="709930" algn="l"/>
              </a:tabLst>
            </a:pP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private</a:t>
            </a:r>
            <a:r>
              <a:rPr dirty="0" sz="1600" spc="-5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0000CC"/>
                </a:solidFill>
                <a:latin typeface="Courier New"/>
                <a:cs typeface="Courier New"/>
              </a:rPr>
              <a:t>Student1[]</a:t>
            </a:r>
            <a:r>
              <a:rPr dirty="0" sz="1600" spc="-40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0000CC"/>
                </a:solidFill>
                <a:latin typeface="Courier New"/>
                <a:cs typeface="Courier New"/>
              </a:rPr>
              <a:t>stuList;</a:t>
            </a:r>
            <a:r>
              <a:rPr dirty="0" sz="1600" spc="-665" b="1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dirty="0" baseline="-16975" sz="2700" b="1">
                <a:latin typeface="Arial"/>
                <a:cs typeface="Arial"/>
              </a:rPr>
              <a:t>//showing</a:t>
            </a:r>
            <a:r>
              <a:rPr dirty="0" baseline="-16975" sz="2700" spc="-97" b="1">
                <a:latin typeface="Arial"/>
                <a:cs typeface="Arial"/>
              </a:rPr>
              <a:t> </a:t>
            </a:r>
            <a:r>
              <a:rPr dirty="0" baseline="-16975" sz="2700" spc="-15" b="1">
                <a:latin typeface="Arial"/>
                <a:cs typeface="Arial"/>
              </a:rPr>
              <a:t>association</a:t>
            </a:r>
            <a:endParaRPr baseline="-16975" sz="2700">
              <a:latin typeface="Arial"/>
              <a:cs typeface="Arial"/>
            </a:endParaRPr>
          </a:p>
          <a:p>
            <a:pPr marL="709930" indent="-550545">
              <a:lnSpc>
                <a:spcPts val="1900"/>
              </a:lnSpc>
              <a:buAutoNum type="arabicPlain"/>
              <a:tabLst>
                <a:tab pos="709930" algn="l"/>
              </a:tabLst>
            </a:pPr>
            <a:r>
              <a:rPr dirty="0" sz="1600" b="1">
                <a:latin typeface="Courier New"/>
                <a:cs typeface="Courier New"/>
              </a:rPr>
              <a:t>private</a:t>
            </a:r>
            <a:r>
              <a:rPr dirty="0" sz="1600" spc="-3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int</a:t>
            </a:r>
            <a:r>
              <a:rPr dirty="0" sz="1600" spc="-35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numOfStudent;</a:t>
            </a:r>
            <a:endParaRPr sz="1600">
              <a:latin typeface="Courier New"/>
              <a:cs typeface="Courier New"/>
            </a:endParaRPr>
          </a:p>
          <a:p>
            <a:pPr marL="709930" indent="-550545">
              <a:lnSpc>
                <a:spcPct val="100000"/>
              </a:lnSpc>
              <a:buAutoNum type="arabicPlain"/>
              <a:tabLst>
                <a:tab pos="709930" algn="l"/>
              </a:tabLst>
            </a:pPr>
            <a:r>
              <a:rPr dirty="0" sz="1600" b="1">
                <a:latin typeface="Courier New"/>
                <a:cs typeface="Courier New"/>
              </a:rPr>
              <a:t>public</a:t>
            </a:r>
            <a:r>
              <a:rPr dirty="0" sz="1600" spc="-6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Course1(String</a:t>
            </a:r>
            <a:r>
              <a:rPr dirty="0" sz="1600" spc="-4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n,String</a:t>
            </a:r>
            <a:r>
              <a:rPr dirty="0" sz="1600" spc="-6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c,int</a:t>
            </a:r>
            <a:r>
              <a:rPr dirty="0" sz="1600" spc="-60" b="1">
                <a:latin typeface="Courier New"/>
                <a:cs typeface="Courier New"/>
              </a:rPr>
              <a:t> </a:t>
            </a:r>
            <a:r>
              <a:rPr dirty="0" sz="1600" spc="-25" b="1">
                <a:latin typeface="Courier New"/>
                <a:cs typeface="Courier New"/>
              </a:rPr>
              <a:t>s){</a:t>
            </a:r>
            <a:endParaRPr sz="1600">
              <a:latin typeface="Courier New"/>
              <a:cs typeface="Courier New"/>
            </a:endParaRPr>
          </a:p>
          <a:p>
            <a:pPr marL="1380490" indent="-1221105">
              <a:lnSpc>
                <a:spcPct val="100000"/>
              </a:lnSpc>
              <a:buAutoNum type="arabicPlain"/>
              <a:tabLst>
                <a:tab pos="1380490" algn="l"/>
              </a:tabLst>
            </a:pPr>
            <a:r>
              <a:rPr dirty="0" sz="1600" b="1">
                <a:latin typeface="Courier New"/>
                <a:cs typeface="Courier New"/>
              </a:rPr>
              <a:t>name</a:t>
            </a:r>
            <a:r>
              <a:rPr dirty="0" sz="1600" spc="-2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=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spc="-25" b="1">
                <a:latin typeface="Courier New"/>
                <a:cs typeface="Courier New"/>
              </a:rPr>
              <a:t>n;</a:t>
            </a:r>
            <a:endParaRPr sz="1600">
              <a:latin typeface="Courier New"/>
              <a:cs typeface="Courier New"/>
            </a:endParaRPr>
          </a:p>
          <a:p>
            <a:pPr marL="1380490" indent="-1221105">
              <a:lnSpc>
                <a:spcPct val="100000"/>
              </a:lnSpc>
              <a:buAutoNum type="arabicPlain"/>
              <a:tabLst>
                <a:tab pos="1380490" algn="l"/>
              </a:tabLst>
            </a:pPr>
            <a:r>
              <a:rPr dirty="0" sz="1600" b="1">
                <a:latin typeface="Courier New"/>
                <a:cs typeface="Courier New"/>
              </a:rPr>
              <a:t>code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=</a:t>
            </a:r>
            <a:r>
              <a:rPr dirty="0" sz="1600" spc="-15" b="1">
                <a:latin typeface="Courier New"/>
                <a:cs typeface="Courier New"/>
              </a:rPr>
              <a:t> </a:t>
            </a:r>
            <a:r>
              <a:rPr dirty="0" sz="1600" spc="-25" b="1">
                <a:latin typeface="Courier New"/>
                <a:cs typeface="Courier New"/>
              </a:rPr>
              <a:t>c;</a:t>
            </a:r>
            <a:endParaRPr sz="1600">
              <a:latin typeface="Courier New"/>
              <a:cs typeface="Courier New"/>
            </a:endParaRPr>
          </a:p>
          <a:p>
            <a:pPr marL="1380490" indent="-1342390">
              <a:lnSpc>
                <a:spcPct val="100000"/>
              </a:lnSpc>
              <a:buAutoNum type="arabicPlain"/>
              <a:tabLst>
                <a:tab pos="1380490" algn="l"/>
              </a:tabLst>
            </a:pPr>
            <a:r>
              <a:rPr dirty="0" sz="1600" b="1">
                <a:latin typeface="Courier New"/>
                <a:cs typeface="Courier New"/>
              </a:rPr>
              <a:t>section</a:t>
            </a:r>
            <a:r>
              <a:rPr dirty="0" sz="1600" spc="-55" b="1">
                <a:latin typeface="Courier New"/>
                <a:cs typeface="Courier New"/>
              </a:rPr>
              <a:t> </a:t>
            </a:r>
            <a:r>
              <a:rPr dirty="0" sz="1600" spc="-25" b="1">
                <a:latin typeface="Courier New"/>
                <a:cs typeface="Courier New"/>
              </a:rPr>
              <a:t>=s;</a:t>
            </a:r>
            <a:endParaRPr sz="1600">
              <a:latin typeface="Courier New"/>
              <a:cs typeface="Courier New"/>
            </a:endParaRPr>
          </a:p>
          <a:p>
            <a:pPr marL="1380490" indent="-1342390">
              <a:lnSpc>
                <a:spcPct val="100000"/>
              </a:lnSpc>
              <a:buAutoNum type="arabicPlain"/>
              <a:tabLst>
                <a:tab pos="1380490" algn="l"/>
              </a:tabLst>
            </a:pPr>
            <a:r>
              <a:rPr dirty="0" sz="1600" b="1">
                <a:latin typeface="Courier New"/>
                <a:cs typeface="Courier New"/>
              </a:rPr>
              <a:t>stuList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=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new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10" b="1">
                <a:latin typeface="Courier New"/>
                <a:cs typeface="Courier New"/>
              </a:rPr>
              <a:t>Student1[60];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tabLst>
                <a:tab pos="770890" algn="l"/>
              </a:tabLst>
            </a:pPr>
            <a:r>
              <a:rPr dirty="0" sz="1600" spc="-25" b="1">
                <a:latin typeface="Courier New"/>
                <a:cs typeface="Courier New"/>
              </a:rPr>
              <a:t>12</a:t>
            </a:r>
            <a:r>
              <a:rPr dirty="0" sz="1600" b="1">
                <a:latin typeface="Courier New"/>
                <a:cs typeface="Courier New"/>
              </a:rPr>
              <a:t>	</a:t>
            </a:r>
            <a:r>
              <a:rPr dirty="0" sz="1600" spc="-50" b="1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13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</a:pPr>
            <a:r>
              <a:rPr dirty="0" sz="1600" spc="-25" b="1">
                <a:latin typeface="Courier New"/>
                <a:cs typeface="Courier New"/>
              </a:rPr>
              <a:t>14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79033" y="5285994"/>
            <a:ext cx="2397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//showing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association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8097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dirty="0"/>
              <a:t>Association</a:t>
            </a:r>
            <a:r>
              <a:rPr dirty="0" spc="-5"/>
              <a:t> </a:t>
            </a:r>
            <a:r>
              <a:rPr dirty="0"/>
              <a:t>Between Same</a:t>
            </a:r>
            <a:r>
              <a:rPr dirty="0" spc="5"/>
              <a:t> </a:t>
            </a:r>
            <a:r>
              <a:rPr dirty="0" spc="-10"/>
              <a:t>Class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41044" y="1621282"/>
            <a:ext cx="7646034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Association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may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exist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between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objects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same </a:t>
            </a:r>
            <a:r>
              <a:rPr dirty="0" sz="2400" b="1">
                <a:latin typeface="Arial"/>
                <a:cs typeface="Arial"/>
              </a:rPr>
              <a:t>class.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For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example,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CC"/>
                </a:solidFill>
                <a:latin typeface="Arial"/>
                <a:cs typeface="Arial"/>
              </a:rPr>
              <a:t>person</a:t>
            </a:r>
            <a:r>
              <a:rPr dirty="0" sz="2400" spc="-4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may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have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CC"/>
                </a:solidFill>
                <a:latin typeface="Arial"/>
                <a:cs typeface="Arial"/>
              </a:rPr>
              <a:t>supervisor</a:t>
            </a:r>
            <a:r>
              <a:rPr dirty="0" sz="2400" spc="-10" b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295400" y="3236976"/>
            <a:ext cx="6477000" cy="2326005"/>
            <a:chOff x="1295400" y="3236976"/>
            <a:chExt cx="6477000" cy="2326005"/>
          </a:xfrm>
        </p:grpSpPr>
        <p:sp>
          <p:nvSpPr>
            <p:cNvPr id="7" name="object 7" descr=""/>
            <p:cNvSpPr/>
            <p:nvPr/>
          </p:nvSpPr>
          <p:spPr>
            <a:xfrm>
              <a:off x="1295400" y="3236976"/>
              <a:ext cx="6477000" cy="2326005"/>
            </a:xfrm>
            <a:custGeom>
              <a:avLst/>
              <a:gdLst/>
              <a:ahLst/>
              <a:cxnLst/>
              <a:rect l="l" t="t" r="r" b="b"/>
              <a:pathLst>
                <a:path w="6477000" h="2326004">
                  <a:moveTo>
                    <a:pt x="6477000" y="0"/>
                  </a:moveTo>
                  <a:lnTo>
                    <a:pt x="0" y="0"/>
                  </a:lnTo>
                  <a:lnTo>
                    <a:pt x="0" y="2325624"/>
                  </a:lnTo>
                  <a:lnTo>
                    <a:pt x="6477000" y="2325624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17452" y="3718318"/>
              <a:ext cx="1925955" cy="481965"/>
            </a:xfrm>
            <a:custGeom>
              <a:avLst/>
              <a:gdLst/>
              <a:ahLst/>
              <a:cxnLst/>
              <a:rect l="l" t="t" r="r" b="b"/>
              <a:pathLst>
                <a:path w="1925954" h="481964">
                  <a:moveTo>
                    <a:pt x="1925473" y="0"/>
                  </a:moveTo>
                  <a:lnTo>
                    <a:pt x="0" y="0"/>
                  </a:lnTo>
                  <a:lnTo>
                    <a:pt x="0" y="481416"/>
                  </a:lnTo>
                  <a:lnTo>
                    <a:pt x="1925473" y="481416"/>
                  </a:lnTo>
                  <a:lnTo>
                    <a:pt x="19254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017452" y="3718318"/>
              <a:ext cx="1925955" cy="481965"/>
            </a:xfrm>
            <a:custGeom>
              <a:avLst/>
              <a:gdLst/>
              <a:ahLst/>
              <a:cxnLst/>
              <a:rect l="l" t="t" r="r" b="b"/>
              <a:pathLst>
                <a:path w="1925954" h="481964">
                  <a:moveTo>
                    <a:pt x="0" y="481416"/>
                  </a:moveTo>
                  <a:lnTo>
                    <a:pt x="1925473" y="481416"/>
                  </a:lnTo>
                  <a:lnTo>
                    <a:pt x="1925473" y="0"/>
                  </a:lnTo>
                  <a:lnTo>
                    <a:pt x="0" y="0"/>
                  </a:lnTo>
                  <a:lnTo>
                    <a:pt x="0" y="481416"/>
                  </a:lnTo>
                  <a:close/>
                </a:path>
              </a:pathLst>
            </a:custGeom>
            <a:ln w="20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95400" y="3236976"/>
            <a:ext cx="6477000" cy="232600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2500">
              <a:latin typeface="Times New Roman"/>
              <a:cs typeface="Times New Roman"/>
            </a:endParaRPr>
          </a:p>
          <a:p>
            <a:pPr marL="1248410">
              <a:lnSpc>
                <a:spcPct val="100000"/>
              </a:lnSpc>
            </a:pPr>
            <a:r>
              <a:rPr dirty="0" sz="2500" spc="-10">
                <a:latin typeface="Times New Roman"/>
                <a:cs typeface="Times New Roman"/>
              </a:rPr>
              <a:t>Person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980189" y="3932282"/>
            <a:ext cx="2408555" cy="991235"/>
          </a:xfrm>
          <a:custGeom>
            <a:avLst/>
            <a:gdLst/>
            <a:ahLst/>
            <a:cxnLst/>
            <a:rect l="l" t="t" r="r" b="b"/>
            <a:pathLst>
              <a:path w="2408554" h="991235">
                <a:moveTo>
                  <a:pt x="0" y="267453"/>
                </a:moveTo>
                <a:lnTo>
                  <a:pt x="1337" y="989579"/>
                </a:lnTo>
              </a:path>
              <a:path w="2408554" h="991235">
                <a:moveTo>
                  <a:pt x="0" y="989579"/>
                </a:moveTo>
                <a:lnTo>
                  <a:pt x="2406842" y="990916"/>
                </a:lnTo>
              </a:path>
              <a:path w="2408554" h="991235">
                <a:moveTo>
                  <a:pt x="962736" y="28082"/>
                </a:moveTo>
                <a:lnTo>
                  <a:pt x="2380099" y="26745"/>
                </a:lnTo>
              </a:path>
              <a:path w="2408554" h="991235">
                <a:moveTo>
                  <a:pt x="2406842" y="0"/>
                </a:moveTo>
                <a:lnTo>
                  <a:pt x="2408179" y="989579"/>
                </a:lnTo>
              </a:path>
            </a:pathLst>
          </a:custGeom>
          <a:ln w="20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430487" y="4243197"/>
            <a:ext cx="1223645" cy="5016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2225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175"/>
              </a:spcBef>
            </a:pPr>
            <a:r>
              <a:rPr dirty="0" sz="1700" spc="-10">
                <a:latin typeface="Times New Roman"/>
                <a:cs typeface="Times New Roman"/>
              </a:rPr>
              <a:t>Supervisor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46838" y="3494327"/>
            <a:ext cx="394970" cy="3683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159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70"/>
              </a:spcBef>
            </a:pPr>
            <a:r>
              <a:rPr dirty="0" sz="1700" spc="-5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62049" y="4457160"/>
            <a:ext cx="394970" cy="3683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700" spc="-5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19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8097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/>
              <a:t>Aggregation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Composition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469900" algn="l"/>
              </a:tabLst>
            </a:pPr>
            <a:r>
              <a:rPr dirty="0" sz="2400" i="1">
                <a:latin typeface="Arial"/>
                <a:cs typeface="Arial"/>
              </a:rPr>
              <a:t>Aggregation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24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special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form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association,</a:t>
            </a:r>
            <a:r>
              <a:rPr dirty="0" sz="2400" spc="-5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which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represents</a:t>
            </a:r>
            <a:r>
              <a:rPr dirty="0" sz="240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dirty="0" sz="24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0000"/>
                </a:solidFill>
                <a:latin typeface="Arial"/>
                <a:cs typeface="Arial"/>
              </a:rPr>
              <a:t>ownership</a:t>
            </a:r>
            <a:r>
              <a:rPr dirty="0" sz="2400" spc="-7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relationship</a:t>
            </a:r>
            <a:r>
              <a:rPr dirty="0" sz="24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between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000000"/>
                </a:solidFill>
                <a:latin typeface="Arial"/>
                <a:cs typeface="Arial"/>
              </a:rPr>
              <a:t>two 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classes.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469900" algn="l"/>
              </a:tabLst>
            </a:pP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Aggregation</a:t>
            </a:r>
            <a:r>
              <a:rPr dirty="0" sz="24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models</a:t>
            </a:r>
            <a:r>
              <a:rPr dirty="0" sz="24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400" spc="-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has-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relationship.</a:t>
            </a:r>
            <a:endParaRPr sz="2400">
              <a:latin typeface="Arial"/>
              <a:cs typeface="Arial"/>
            </a:endParaRPr>
          </a:p>
          <a:p>
            <a:pPr algn="just" marL="468630" marR="130175" indent="-4565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469900" algn="l"/>
              </a:tabLst>
            </a:pP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dirty="0" sz="24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object</a:t>
            </a:r>
            <a:r>
              <a:rPr dirty="0" sz="24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24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0000"/>
                </a:solidFill>
                <a:latin typeface="Arial"/>
                <a:cs typeface="Arial"/>
              </a:rPr>
              <a:t>exclusively owned</a:t>
            </a:r>
            <a:r>
              <a:rPr dirty="0" sz="2400" spc="-6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dirty="0" sz="24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aggregated 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object,</a:t>
            </a:r>
            <a:r>
              <a:rPr dirty="0" sz="2400" spc="-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relationship</a:t>
            </a:r>
            <a:r>
              <a:rPr dirty="0" sz="240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between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object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2400" spc="-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000000"/>
                </a:solidFill>
                <a:latin typeface="Arial"/>
                <a:cs typeface="Arial"/>
              </a:rPr>
              <a:t>its </a:t>
            </a:r>
            <a:r>
              <a:rPr dirty="0" sz="2400" spc="-25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aggregated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object</a:t>
            </a:r>
            <a:r>
              <a:rPr dirty="0" sz="24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referred</a:t>
            </a:r>
            <a:r>
              <a:rPr dirty="0" sz="240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2400" spc="-4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  <a:latin typeface="Arial"/>
                <a:cs typeface="Arial"/>
              </a:rPr>
              <a:t>as</a:t>
            </a:r>
            <a:r>
              <a:rPr dirty="0" sz="2400" spc="-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composition</a:t>
            </a:r>
            <a:r>
              <a:rPr dirty="0" sz="2400" spc="-1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90600" y="4691126"/>
            <a:ext cx="7086600" cy="1481455"/>
          </a:xfrm>
          <a:custGeom>
            <a:avLst/>
            <a:gdLst/>
            <a:ahLst/>
            <a:cxnLst/>
            <a:rect l="l" t="t" r="r" b="b"/>
            <a:pathLst>
              <a:path w="7086600" h="1481454">
                <a:moveTo>
                  <a:pt x="7086600" y="0"/>
                </a:moveTo>
                <a:lnTo>
                  <a:pt x="0" y="0"/>
                </a:lnTo>
                <a:lnTo>
                  <a:pt x="0" y="1481074"/>
                </a:lnTo>
                <a:lnTo>
                  <a:pt x="7086600" y="1481074"/>
                </a:lnTo>
                <a:lnTo>
                  <a:pt x="70866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49939" y="5731774"/>
            <a:ext cx="939165" cy="299720"/>
          </a:xfrm>
          <a:prstGeom prst="rect">
            <a:avLst/>
          </a:prstGeom>
          <a:solidFill>
            <a:srgbClr val="FFFFFF"/>
          </a:solidFill>
          <a:ln w="1596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41935">
              <a:lnSpc>
                <a:spcPts val="1810"/>
              </a:lnSpc>
            </a:pPr>
            <a:r>
              <a:rPr dirty="0" sz="1550" spc="-20">
                <a:solidFill>
                  <a:srgbClr val="FF0000"/>
                </a:solidFill>
                <a:latin typeface="Times New Roman"/>
                <a:cs typeface="Times New Roman"/>
              </a:rPr>
              <a:t>Name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922696" y="5718205"/>
            <a:ext cx="955675" cy="316230"/>
            <a:chOff x="6922696" y="5718205"/>
            <a:chExt cx="955675" cy="316230"/>
          </a:xfrm>
        </p:grpSpPr>
        <p:sp>
          <p:nvSpPr>
            <p:cNvPr id="9" name="object 9" descr=""/>
            <p:cNvSpPr/>
            <p:nvPr/>
          </p:nvSpPr>
          <p:spPr>
            <a:xfrm>
              <a:off x="6930951" y="5726460"/>
              <a:ext cx="939165" cy="299720"/>
            </a:xfrm>
            <a:custGeom>
              <a:avLst/>
              <a:gdLst/>
              <a:ahLst/>
              <a:cxnLst/>
              <a:rect l="l" t="t" r="r" b="b"/>
              <a:pathLst>
                <a:path w="939165" h="299720">
                  <a:moveTo>
                    <a:pt x="938765" y="0"/>
                  </a:moveTo>
                  <a:lnTo>
                    <a:pt x="0" y="0"/>
                  </a:lnTo>
                  <a:lnTo>
                    <a:pt x="0" y="299106"/>
                  </a:lnTo>
                  <a:lnTo>
                    <a:pt x="938765" y="299106"/>
                  </a:lnTo>
                  <a:lnTo>
                    <a:pt x="9387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930951" y="5726460"/>
              <a:ext cx="939165" cy="299720"/>
            </a:xfrm>
            <a:custGeom>
              <a:avLst/>
              <a:gdLst/>
              <a:ahLst/>
              <a:cxnLst/>
              <a:rect l="l" t="t" r="r" b="b"/>
              <a:pathLst>
                <a:path w="939165" h="299720">
                  <a:moveTo>
                    <a:pt x="0" y="299106"/>
                  </a:moveTo>
                  <a:lnTo>
                    <a:pt x="938765" y="299106"/>
                  </a:lnTo>
                  <a:lnTo>
                    <a:pt x="938765" y="0"/>
                  </a:lnTo>
                  <a:lnTo>
                    <a:pt x="0" y="0"/>
                  </a:lnTo>
                  <a:lnTo>
                    <a:pt x="0" y="299106"/>
                  </a:lnTo>
                  <a:close/>
                </a:path>
              </a:pathLst>
            </a:custGeom>
            <a:ln w="15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90600" y="4691126"/>
            <a:ext cx="7086600" cy="1481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550">
              <a:latin typeface="Times New Roman"/>
              <a:cs typeface="Times New Roman"/>
            </a:endParaRPr>
          </a:p>
          <a:p>
            <a:pPr algn="r" marR="331470">
              <a:lnSpc>
                <a:spcPct val="100000"/>
              </a:lnSpc>
            </a:pPr>
            <a:r>
              <a:rPr dirty="0" sz="1550" spc="-10">
                <a:solidFill>
                  <a:srgbClr val="FF0000"/>
                </a:solidFill>
                <a:latin typeface="Times New Roman"/>
                <a:cs typeface="Times New Roman"/>
              </a:rPr>
              <a:t>Address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59080" y="5726460"/>
            <a:ext cx="939165" cy="299720"/>
          </a:xfrm>
          <a:prstGeom prst="rect">
            <a:avLst/>
          </a:prstGeom>
          <a:solidFill>
            <a:srgbClr val="FFFFFF"/>
          </a:solidFill>
          <a:ln w="15963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4470">
              <a:lnSpc>
                <a:spcPts val="1810"/>
              </a:lnSpc>
            </a:pPr>
            <a:r>
              <a:rPr dirty="0" sz="1550" spc="-10">
                <a:solidFill>
                  <a:srgbClr val="FF0000"/>
                </a:solidFill>
                <a:latin typeface="Times New Roman"/>
                <a:cs typeface="Times New Roman"/>
              </a:rPr>
              <a:t>Person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131204" y="5718214"/>
            <a:ext cx="4810760" cy="334645"/>
            <a:chOff x="2131204" y="5718214"/>
            <a:chExt cx="4810760" cy="334645"/>
          </a:xfrm>
        </p:grpSpPr>
        <p:sp>
          <p:nvSpPr>
            <p:cNvPr id="14" name="object 14" descr=""/>
            <p:cNvSpPr/>
            <p:nvPr/>
          </p:nvSpPr>
          <p:spPr>
            <a:xfrm>
              <a:off x="3899667" y="5726469"/>
              <a:ext cx="160020" cy="318135"/>
            </a:xfrm>
            <a:custGeom>
              <a:avLst/>
              <a:gdLst/>
              <a:ahLst/>
              <a:cxnLst/>
              <a:rect l="l" t="t" r="r" b="b"/>
              <a:pathLst>
                <a:path w="160020" h="318135">
                  <a:moveTo>
                    <a:pt x="79485" y="0"/>
                  </a:moveTo>
                  <a:lnTo>
                    <a:pt x="0" y="158841"/>
                  </a:lnTo>
                  <a:lnTo>
                    <a:pt x="79485" y="317692"/>
                  </a:lnTo>
                  <a:lnTo>
                    <a:pt x="159413" y="158841"/>
                  </a:lnTo>
                  <a:lnTo>
                    <a:pt x="79485" y="0"/>
                  </a:lnTo>
                  <a:close/>
                </a:path>
              </a:pathLst>
            </a:custGeom>
            <a:solidFill>
              <a:srgbClr val="33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99667" y="5726469"/>
              <a:ext cx="160020" cy="318135"/>
            </a:xfrm>
            <a:custGeom>
              <a:avLst/>
              <a:gdLst/>
              <a:ahLst/>
              <a:cxnLst/>
              <a:rect l="l" t="t" r="r" b="b"/>
              <a:pathLst>
                <a:path w="160020" h="318135">
                  <a:moveTo>
                    <a:pt x="79485" y="0"/>
                  </a:moveTo>
                  <a:lnTo>
                    <a:pt x="0" y="158841"/>
                  </a:lnTo>
                  <a:lnTo>
                    <a:pt x="79485" y="317692"/>
                  </a:lnTo>
                  <a:lnTo>
                    <a:pt x="159413" y="158841"/>
                  </a:lnTo>
                  <a:lnTo>
                    <a:pt x="79485" y="0"/>
                  </a:lnTo>
                  <a:close/>
                </a:path>
              </a:pathLst>
            </a:custGeom>
            <a:ln w="16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16222" y="5726469"/>
              <a:ext cx="160020" cy="318135"/>
            </a:xfrm>
            <a:custGeom>
              <a:avLst/>
              <a:gdLst/>
              <a:ahLst/>
              <a:cxnLst/>
              <a:rect l="l" t="t" r="r" b="b"/>
              <a:pathLst>
                <a:path w="160020" h="318135">
                  <a:moveTo>
                    <a:pt x="79927" y="0"/>
                  </a:moveTo>
                  <a:lnTo>
                    <a:pt x="0" y="158841"/>
                  </a:lnTo>
                  <a:lnTo>
                    <a:pt x="79927" y="317692"/>
                  </a:lnTo>
                  <a:lnTo>
                    <a:pt x="159855" y="158841"/>
                  </a:lnTo>
                  <a:lnTo>
                    <a:pt x="799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139459" y="5726469"/>
              <a:ext cx="4794250" cy="318135"/>
            </a:xfrm>
            <a:custGeom>
              <a:avLst/>
              <a:gdLst/>
              <a:ahLst/>
              <a:cxnLst/>
              <a:rect l="l" t="t" r="r" b="b"/>
              <a:pathLst>
                <a:path w="4794250" h="318135">
                  <a:moveTo>
                    <a:pt x="2956691" y="0"/>
                  </a:moveTo>
                  <a:lnTo>
                    <a:pt x="2876763" y="158841"/>
                  </a:lnTo>
                  <a:lnTo>
                    <a:pt x="2956691" y="317692"/>
                  </a:lnTo>
                  <a:lnTo>
                    <a:pt x="3036619" y="158841"/>
                  </a:lnTo>
                  <a:lnTo>
                    <a:pt x="2956691" y="0"/>
                  </a:lnTo>
                  <a:close/>
                </a:path>
                <a:path w="4794250" h="318135">
                  <a:moveTo>
                    <a:pt x="3042154" y="164154"/>
                  </a:moveTo>
                  <a:lnTo>
                    <a:pt x="4794148" y="164154"/>
                  </a:lnTo>
                </a:path>
                <a:path w="4794250" h="318135">
                  <a:moveTo>
                    <a:pt x="0" y="153527"/>
                  </a:moveTo>
                  <a:lnTo>
                    <a:pt x="1752237" y="153527"/>
                  </a:lnTo>
                </a:path>
              </a:pathLst>
            </a:custGeom>
            <a:ln w="16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912944" y="4892368"/>
            <a:ext cx="1114425" cy="2997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50165">
              <a:lnSpc>
                <a:spcPts val="1810"/>
              </a:lnSpc>
            </a:pPr>
            <a:r>
              <a:rPr dirty="0" sz="1550" spc="-10">
                <a:latin typeface="Times New Roman"/>
                <a:cs typeface="Times New Roman"/>
              </a:rPr>
              <a:t>Composition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10618" y="4892368"/>
            <a:ext cx="1077595" cy="29972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6990">
              <a:lnSpc>
                <a:spcPts val="1810"/>
              </a:lnSpc>
            </a:pPr>
            <a:r>
              <a:rPr dirty="0" sz="1550" spc="-10">
                <a:latin typeface="Times New Roman"/>
                <a:cs typeface="Times New Roman"/>
              </a:rPr>
              <a:t>Aggregation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649829" y="5162184"/>
            <a:ext cx="1986914" cy="535305"/>
            <a:chOff x="3649829" y="5162184"/>
            <a:chExt cx="1986914" cy="535305"/>
          </a:xfrm>
        </p:grpSpPr>
        <p:sp>
          <p:nvSpPr>
            <p:cNvPr id="21" name="object 21" descr=""/>
            <p:cNvSpPr/>
            <p:nvPr/>
          </p:nvSpPr>
          <p:spPr>
            <a:xfrm>
              <a:off x="5178735" y="5170220"/>
              <a:ext cx="449580" cy="447675"/>
            </a:xfrm>
            <a:custGeom>
              <a:avLst/>
              <a:gdLst/>
              <a:ahLst/>
              <a:cxnLst/>
              <a:rect l="l" t="t" r="r" b="b"/>
              <a:pathLst>
                <a:path w="449579" h="447675">
                  <a:moveTo>
                    <a:pt x="449456" y="0"/>
                  </a:moveTo>
                  <a:lnTo>
                    <a:pt x="0" y="447320"/>
                  </a:lnTo>
                </a:path>
              </a:pathLst>
            </a:custGeom>
            <a:ln w="160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101464" y="5511814"/>
              <a:ext cx="186690" cy="186055"/>
            </a:xfrm>
            <a:custGeom>
              <a:avLst/>
              <a:gdLst/>
              <a:ahLst/>
              <a:cxnLst/>
              <a:rect l="l" t="t" r="r" b="b"/>
              <a:pathLst>
                <a:path w="186689" h="186054">
                  <a:moveTo>
                    <a:pt x="63765" y="0"/>
                  </a:moveTo>
                  <a:lnTo>
                    <a:pt x="0" y="185430"/>
                  </a:lnTo>
                  <a:lnTo>
                    <a:pt x="186424" y="121667"/>
                  </a:lnTo>
                  <a:lnTo>
                    <a:pt x="84798" y="100413"/>
                  </a:lnTo>
                  <a:lnTo>
                    <a:pt x="637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657890" y="5199423"/>
              <a:ext cx="252729" cy="370840"/>
            </a:xfrm>
            <a:custGeom>
              <a:avLst/>
              <a:gdLst/>
              <a:ahLst/>
              <a:cxnLst/>
              <a:rect l="l" t="t" r="r" b="b"/>
              <a:pathLst>
                <a:path w="252729" h="370839">
                  <a:moveTo>
                    <a:pt x="0" y="0"/>
                  </a:moveTo>
                  <a:lnTo>
                    <a:pt x="252182" y="370839"/>
                  </a:lnTo>
                </a:path>
              </a:pathLst>
            </a:custGeom>
            <a:ln w="161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801362" y="5471983"/>
              <a:ext cx="167640" cy="193675"/>
            </a:xfrm>
            <a:custGeom>
              <a:avLst/>
              <a:gdLst/>
              <a:ahLst/>
              <a:cxnLst/>
              <a:rect l="l" t="t" r="r" b="b"/>
              <a:pathLst>
                <a:path w="167639" h="193675">
                  <a:moveTo>
                    <a:pt x="145907" y="0"/>
                  </a:moveTo>
                  <a:lnTo>
                    <a:pt x="103839" y="92965"/>
                  </a:lnTo>
                  <a:lnTo>
                    <a:pt x="0" y="92965"/>
                  </a:lnTo>
                  <a:lnTo>
                    <a:pt x="167605" y="193379"/>
                  </a:lnTo>
                  <a:lnTo>
                    <a:pt x="145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8097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Times New Roman"/>
                <a:cs typeface="Times New Roman"/>
              </a:rPr>
              <a:t>Representing Aggregation in </a:t>
            </a:r>
            <a:r>
              <a:rPr dirty="0" spc="-10" b="0">
                <a:latin typeface="Times New Roman"/>
                <a:cs typeface="Times New Roman"/>
              </a:rPr>
              <a:t>Classes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41044" y="1700529"/>
            <a:ext cx="757999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Arial"/>
                <a:cs typeface="Arial"/>
              </a:rPr>
              <a:t>An</a:t>
            </a:r>
            <a:r>
              <a:rPr dirty="0" sz="2800" spc="-100" b="1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CC"/>
                </a:solidFill>
                <a:latin typeface="Arial"/>
                <a:cs typeface="Arial"/>
              </a:rPr>
              <a:t>aggregation</a:t>
            </a:r>
            <a:r>
              <a:rPr dirty="0" sz="2800" spc="-55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relationship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is</a:t>
            </a:r>
            <a:r>
              <a:rPr dirty="0" sz="2800" spc="-9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usually </a:t>
            </a:r>
            <a:r>
              <a:rPr dirty="0" sz="2800" b="1">
                <a:latin typeface="Arial"/>
                <a:cs typeface="Arial"/>
              </a:rPr>
              <a:t>represented</a:t>
            </a:r>
            <a:r>
              <a:rPr dirty="0" sz="2800" spc="-5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as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CC"/>
                </a:solidFill>
                <a:latin typeface="Arial"/>
                <a:cs typeface="Arial"/>
              </a:rPr>
              <a:t>data</a:t>
            </a:r>
            <a:r>
              <a:rPr dirty="0" sz="2800" spc="-4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CC"/>
                </a:solidFill>
                <a:latin typeface="Arial"/>
                <a:cs typeface="Arial"/>
              </a:rPr>
              <a:t>field</a:t>
            </a:r>
            <a:r>
              <a:rPr dirty="0" sz="2800" spc="-5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in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the</a:t>
            </a:r>
            <a:r>
              <a:rPr dirty="0" sz="2800" spc="-4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aggregated class.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02652" y="3168042"/>
            <a:ext cx="2360295" cy="2178050"/>
          </a:xfrm>
          <a:custGeom>
            <a:avLst/>
            <a:gdLst/>
            <a:ahLst/>
            <a:cxnLst/>
            <a:rect l="l" t="t" r="r" b="b"/>
            <a:pathLst>
              <a:path w="2360295" h="2178050">
                <a:moveTo>
                  <a:pt x="2360243" y="0"/>
                </a:moveTo>
                <a:lnTo>
                  <a:pt x="0" y="0"/>
                </a:lnTo>
                <a:lnTo>
                  <a:pt x="0" y="2177471"/>
                </a:lnTo>
                <a:lnTo>
                  <a:pt x="2360243" y="2177471"/>
                </a:lnTo>
                <a:lnTo>
                  <a:pt x="23602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02652" y="3168042"/>
            <a:ext cx="2360295" cy="2178050"/>
          </a:xfrm>
          <a:prstGeom prst="rect">
            <a:avLst/>
          </a:prstGeom>
          <a:ln w="14971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965"/>
              </a:spcBef>
            </a:pP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Name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5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fields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Constructors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Methods</a:t>
            </a:r>
            <a:r>
              <a:rPr dirty="0" sz="135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395"/>
              </a:spcBef>
            </a:pPr>
            <a:r>
              <a:rPr dirty="0" sz="1350" spc="-5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272667" y="3168040"/>
            <a:ext cx="2691765" cy="2190750"/>
          </a:xfrm>
          <a:custGeom>
            <a:avLst/>
            <a:gdLst/>
            <a:ahLst/>
            <a:cxnLst/>
            <a:rect l="l" t="t" r="r" b="b"/>
            <a:pathLst>
              <a:path w="2691765" h="2190750">
                <a:moveTo>
                  <a:pt x="2691530" y="0"/>
                </a:moveTo>
                <a:lnTo>
                  <a:pt x="0" y="0"/>
                </a:lnTo>
                <a:lnTo>
                  <a:pt x="0" y="2190422"/>
                </a:lnTo>
                <a:lnTo>
                  <a:pt x="2691530" y="2190422"/>
                </a:lnTo>
                <a:lnTo>
                  <a:pt x="26915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272667" y="3168040"/>
            <a:ext cx="2691765" cy="2190750"/>
          </a:xfrm>
          <a:prstGeom prst="rect">
            <a:avLst/>
          </a:prstGeom>
          <a:ln w="15052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965"/>
              </a:spcBef>
            </a:pP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dirty="0" sz="135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 Person </a:t>
            </a:r>
            <a:r>
              <a:rPr dirty="0" sz="1350" spc="-5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335280" marR="114935">
              <a:lnSpc>
                <a:spcPct val="123100"/>
              </a:lnSpc>
              <a:spcBef>
                <a:spcPts val="20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fields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FF0000"/>
                </a:solidFill>
                <a:latin typeface="Courier New"/>
                <a:cs typeface="Courier New"/>
              </a:rPr>
              <a:t>*/ </a:t>
            </a:r>
            <a:r>
              <a:rPr dirty="0" sz="1350" spc="-90" b="1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dirty="0" sz="1350" spc="-10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0" b="1">
                <a:solidFill>
                  <a:srgbClr val="FF0000"/>
                </a:solidFill>
                <a:latin typeface="Courier New"/>
                <a:cs typeface="Courier New"/>
              </a:rPr>
              <a:t>Name</a:t>
            </a:r>
            <a:r>
              <a:rPr dirty="0" sz="1350" spc="-10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FF0000"/>
                </a:solidFill>
                <a:latin typeface="Courier New"/>
                <a:cs typeface="Courier New"/>
              </a:rPr>
              <a:t>name; </a:t>
            </a:r>
            <a:r>
              <a:rPr dirty="0" sz="1350" spc="-90" b="1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dirty="0" sz="1350" spc="-8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 b="1">
                <a:solidFill>
                  <a:srgbClr val="FF0000"/>
                </a:solidFill>
                <a:latin typeface="Courier New"/>
                <a:cs typeface="Courier New"/>
              </a:rPr>
              <a:t>Address</a:t>
            </a:r>
            <a:r>
              <a:rPr dirty="0" sz="1350" spc="-8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75" b="1">
                <a:solidFill>
                  <a:srgbClr val="FF0000"/>
                </a:solidFill>
                <a:latin typeface="Courier New"/>
                <a:cs typeface="Courier New"/>
              </a:rPr>
              <a:t>address;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350"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Constructors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Methods</a:t>
            </a:r>
            <a:r>
              <a:rPr dirty="0" sz="135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149225">
              <a:lnSpc>
                <a:spcPct val="100000"/>
              </a:lnSpc>
              <a:spcBef>
                <a:spcPts val="395"/>
              </a:spcBef>
            </a:pPr>
            <a:r>
              <a:rPr dirty="0" sz="1350" spc="-5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197124" y="3168040"/>
            <a:ext cx="2365375" cy="2190750"/>
          </a:xfrm>
          <a:custGeom>
            <a:avLst/>
            <a:gdLst/>
            <a:ahLst/>
            <a:cxnLst/>
            <a:rect l="l" t="t" r="r" b="b"/>
            <a:pathLst>
              <a:path w="2365375" h="2190750">
                <a:moveTo>
                  <a:pt x="2365084" y="0"/>
                </a:moveTo>
                <a:lnTo>
                  <a:pt x="0" y="0"/>
                </a:lnTo>
                <a:lnTo>
                  <a:pt x="0" y="2190422"/>
                </a:lnTo>
                <a:lnTo>
                  <a:pt x="2365084" y="2190422"/>
                </a:lnTo>
                <a:lnTo>
                  <a:pt x="23650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197124" y="3168040"/>
            <a:ext cx="2365375" cy="2190750"/>
          </a:xfrm>
          <a:prstGeom prst="rect">
            <a:avLst/>
          </a:prstGeom>
          <a:ln w="14968">
            <a:solidFill>
              <a:srgbClr val="000000"/>
            </a:solidFill>
          </a:ln>
        </p:spPr>
        <p:txBody>
          <a:bodyPr wrap="square" lIns="0" tIns="122555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965"/>
              </a:spcBef>
            </a:pP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dirty="0" sz="135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5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 Address </a:t>
            </a:r>
            <a:r>
              <a:rPr dirty="0" sz="1350" spc="-5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algn="ctr" marR="1651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Data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fields</a:t>
            </a:r>
            <a:r>
              <a:rPr dirty="0" sz="1350" spc="-10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Constructors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3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dirty="0" sz="1350" spc="-80">
                <a:solidFill>
                  <a:srgbClr val="FF0000"/>
                </a:solidFill>
                <a:latin typeface="Courier New"/>
                <a:cs typeface="Courier New"/>
              </a:rPr>
              <a:t>/**</a:t>
            </a:r>
            <a:r>
              <a:rPr dirty="0" sz="1350" spc="-10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90">
                <a:solidFill>
                  <a:srgbClr val="FF0000"/>
                </a:solidFill>
                <a:latin typeface="Courier New"/>
                <a:cs typeface="Courier New"/>
              </a:rPr>
              <a:t>Methods</a:t>
            </a:r>
            <a:r>
              <a:rPr dirty="0" sz="1350" spc="-95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350" spc="-25">
                <a:solidFill>
                  <a:srgbClr val="FF0000"/>
                </a:solidFill>
                <a:latin typeface="Courier New"/>
                <a:cs typeface="Courier New"/>
              </a:rPr>
              <a:t>*/</a:t>
            </a:r>
            <a:endParaRPr sz="135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395"/>
              </a:spcBef>
            </a:pPr>
            <a:r>
              <a:rPr dirty="0" sz="1350" spc="-5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233801" y="3800475"/>
            <a:ext cx="2719705" cy="552450"/>
            <a:chOff x="3233801" y="3800475"/>
            <a:chExt cx="2719705" cy="552450"/>
          </a:xfrm>
        </p:grpSpPr>
        <p:sp>
          <p:nvSpPr>
            <p:cNvPr id="13" name="object 13" descr=""/>
            <p:cNvSpPr/>
            <p:nvPr/>
          </p:nvSpPr>
          <p:spPr>
            <a:xfrm>
              <a:off x="3243326" y="3810000"/>
              <a:ext cx="2209800" cy="304800"/>
            </a:xfrm>
            <a:custGeom>
              <a:avLst/>
              <a:gdLst/>
              <a:ahLst/>
              <a:cxnLst/>
              <a:rect l="l" t="t" r="r" b="b"/>
              <a:pathLst>
                <a:path w="2209800" h="304800">
                  <a:moveTo>
                    <a:pt x="0" y="152400"/>
                  </a:moveTo>
                  <a:lnTo>
                    <a:pt x="24406" y="120384"/>
                  </a:lnTo>
                  <a:lnTo>
                    <a:pt x="66236" y="100291"/>
                  </a:lnTo>
                  <a:lnTo>
                    <a:pt x="126768" y="81438"/>
                  </a:lnTo>
                  <a:lnTo>
                    <a:pt x="204506" y="64033"/>
                  </a:lnTo>
                  <a:lnTo>
                    <a:pt x="249360" y="55937"/>
                  </a:lnTo>
                  <a:lnTo>
                    <a:pt x="297954" y="48280"/>
                  </a:lnTo>
                  <a:lnTo>
                    <a:pt x="350102" y="41088"/>
                  </a:lnTo>
                  <a:lnTo>
                    <a:pt x="405616" y="34386"/>
                  </a:lnTo>
                  <a:lnTo>
                    <a:pt x="464310" y="28200"/>
                  </a:lnTo>
                  <a:lnTo>
                    <a:pt x="525996" y="22556"/>
                  </a:lnTo>
                  <a:lnTo>
                    <a:pt x="590488" y="17479"/>
                  </a:lnTo>
                  <a:lnTo>
                    <a:pt x="657598" y="12996"/>
                  </a:lnTo>
                  <a:lnTo>
                    <a:pt x="727139" y="9132"/>
                  </a:lnTo>
                  <a:lnTo>
                    <a:pt x="798925" y="5913"/>
                  </a:lnTo>
                  <a:lnTo>
                    <a:pt x="872768" y="3365"/>
                  </a:lnTo>
                  <a:lnTo>
                    <a:pt x="948482" y="1512"/>
                  </a:lnTo>
                  <a:lnTo>
                    <a:pt x="1025879" y="382"/>
                  </a:lnTo>
                  <a:lnTo>
                    <a:pt x="1104773" y="0"/>
                  </a:lnTo>
                  <a:lnTo>
                    <a:pt x="1183682" y="382"/>
                  </a:lnTo>
                  <a:lnTo>
                    <a:pt x="1261093" y="1512"/>
                  </a:lnTo>
                  <a:lnTo>
                    <a:pt x="1336820" y="3365"/>
                  </a:lnTo>
                  <a:lnTo>
                    <a:pt x="1410676" y="5913"/>
                  </a:lnTo>
                  <a:lnTo>
                    <a:pt x="1482473" y="9132"/>
                  </a:lnTo>
                  <a:lnTo>
                    <a:pt x="1552025" y="12996"/>
                  </a:lnTo>
                  <a:lnTo>
                    <a:pt x="1619145" y="17479"/>
                  </a:lnTo>
                  <a:lnTo>
                    <a:pt x="1683646" y="22556"/>
                  </a:lnTo>
                  <a:lnTo>
                    <a:pt x="1745341" y="28200"/>
                  </a:lnTo>
                  <a:lnTo>
                    <a:pt x="1804043" y="34386"/>
                  </a:lnTo>
                  <a:lnTo>
                    <a:pt x="1859566" y="41088"/>
                  </a:lnTo>
                  <a:lnTo>
                    <a:pt x="1911722" y="48280"/>
                  </a:lnTo>
                  <a:lnTo>
                    <a:pt x="1960325" y="55937"/>
                  </a:lnTo>
                  <a:lnTo>
                    <a:pt x="2005187" y="64033"/>
                  </a:lnTo>
                  <a:lnTo>
                    <a:pt x="2046122" y="72542"/>
                  </a:lnTo>
                  <a:lnTo>
                    <a:pt x="2115464" y="90697"/>
                  </a:lnTo>
                  <a:lnTo>
                    <a:pt x="2166854" y="110195"/>
                  </a:lnTo>
                  <a:lnTo>
                    <a:pt x="2207010" y="141512"/>
                  </a:lnTo>
                  <a:lnTo>
                    <a:pt x="2209800" y="152400"/>
                  </a:lnTo>
                  <a:lnTo>
                    <a:pt x="2207025" y="163287"/>
                  </a:lnTo>
                  <a:lnTo>
                    <a:pt x="2198825" y="173968"/>
                  </a:lnTo>
                  <a:lnTo>
                    <a:pt x="2143548" y="204508"/>
                  </a:lnTo>
                  <a:lnTo>
                    <a:pt x="2083003" y="223361"/>
                  </a:lnTo>
                  <a:lnTo>
                    <a:pt x="2005250" y="240766"/>
                  </a:lnTo>
                  <a:lnTo>
                    <a:pt x="1960388" y="248862"/>
                  </a:lnTo>
                  <a:lnTo>
                    <a:pt x="1911786" y="256519"/>
                  </a:lnTo>
                  <a:lnTo>
                    <a:pt x="1859629" y="263711"/>
                  </a:lnTo>
                  <a:lnTo>
                    <a:pt x="1804107" y="270413"/>
                  </a:lnTo>
                  <a:lnTo>
                    <a:pt x="1745405" y="276599"/>
                  </a:lnTo>
                  <a:lnTo>
                    <a:pt x="1683711" y="282243"/>
                  </a:lnTo>
                  <a:lnTo>
                    <a:pt x="1619212" y="287320"/>
                  </a:lnTo>
                  <a:lnTo>
                    <a:pt x="1552096" y="291803"/>
                  </a:lnTo>
                  <a:lnTo>
                    <a:pt x="1482548" y="295667"/>
                  </a:lnTo>
                  <a:lnTo>
                    <a:pt x="1410757" y="298886"/>
                  </a:lnTo>
                  <a:lnTo>
                    <a:pt x="1336910" y="301434"/>
                  </a:lnTo>
                  <a:lnTo>
                    <a:pt x="1261193" y="303287"/>
                  </a:lnTo>
                  <a:lnTo>
                    <a:pt x="1183794" y="304417"/>
                  </a:lnTo>
                  <a:lnTo>
                    <a:pt x="1104900" y="304800"/>
                  </a:lnTo>
                  <a:lnTo>
                    <a:pt x="1025990" y="304417"/>
                  </a:lnTo>
                  <a:lnTo>
                    <a:pt x="948579" y="303287"/>
                  </a:lnTo>
                  <a:lnTo>
                    <a:pt x="872852" y="301434"/>
                  </a:lnTo>
                  <a:lnTo>
                    <a:pt x="798997" y="298886"/>
                  </a:lnTo>
                  <a:lnTo>
                    <a:pt x="727200" y="295667"/>
                  </a:lnTo>
                  <a:lnTo>
                    <a:pt x="657649" y="291803"/>
                  </a:lnTo>
                  <a:lnTo>
                    <a:pt x="590530" y="287320"/>
                  </a:lnTo>
                  <a:lnTo>
                    <a:pt x="526031" y="282243"/>
                  </a:lnTo>
                  <a:lnTo>
                    <a:pt x="464339" y="276599"/>
                  </a:lnTo>
                  <a:lnTo>
                    <a:pt x="405639" y="270413"/>
                  </a:lnTo>
                  <a:lnTo>
                    <a:pt x="350120" y="263711"/>
                  </a:lnTo>
                  <a:lnTo>
                    <a:pt x="297968" y="256519"/>
                  </a:lnTo>
                  <a:lnTo>
                    <a:pt x="249370" y="248862"/>
                  </a:lnTo>
                  <a:lnTo>
                    <a:pt x="204514" y="240766"/>
                  </a:lnTo>
                  <a:lnTo>
                    <a:pt x="163585" y="232257"/>
                  </a:lnTo>
                  <a:lnTo>
                    <a:pt x="94260" y="214102"/>
                  </a:lnTo>
                  <a:lnTo>
                    <a:pt x="42890" y="194604"/>
                  </a:lnTo>
                  <a:lnTo>
                    <a:pt x="2774" y="163287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395726" y="4038600"/>
              <a:ext cx="2548255" cy="304800"/>
            </a:xfrm>
            <a:custGeom>
              <a:avLst/>
              <a:gdLst/>
              <a:ahLst/>
              <a:cxnLst/>
              <a:rect l="l" t="t" r="r" b="b"/>
              <a:pathLst>
                <a:path w="2548254" h="304800">
                  <a:moveTo>
                    <a:pt x="0" y="152400"/>
                  </a:moveTo>
                  <a:lnTo>
                    <a:pt x="36133" y="116200"/>
                  </a:lnTo>
                  <a:lnTo>
                    <a:pt x="79700" y="99209"/>
                  </a:lnTo>
                  <a:lnTo>
                    <a:pt x="138846" y="83126"/>
                  </a:lnTo>
                  <a:lnTo>
                    <a:pt x="212506" y="68080"/>
                  </a:lnTo>
                  <a:lnTo>
                    <a:pt x="254445" y="60985"/>
                  </a:lnTo>
                  <a:lnTo>
                    <a:pt x="299612" y="54197"/>
                  </a:lnTo>
                  <a:lnTo>
                    <a:pt x="347875" y="47731"/>
                  </a:lnTo>
                  <a:lnTo>
                    <a:pt x="399100" y="41604"/>
                  </a:lnTo>
                  <a:lnTo>
                    <a:pt x="453153" y="35831"/>
                  </a:lnTo>
                  <a:lnTo>
                    <a:pt x="509903" y="30429"/>
                  </a:lnTo>
                  <a:lnTo>
                    <a:pt x="569214" y="25413"/>
                  </a:lnTo>
                  <a:lnTo>
                    <a:pt x="630954" y="20799"/>
                  </a:lnTo>
                  <a:lnTo>
                    <a:pt x="694990" y="16604"/>
                  </a:lnTo>
                  <a:lnTo>
                    <a:pt x="761189" y="12842"/>
                  </a:lnTo>
                  <a:lnTo>
                    <a:pt x="829417" y="9530"/>
                  </a:lnTo>
                  <a:lnTo>
                    <a:pt x="899541" y="6684"/>
                  </a:lnTo>
                  <a:lnTo>
                    <a:pt x="971428" y="4320"/>
                  </a:lnTo>
                  <a:lnTo>
                    <a:pt x="1044944" y="2454"/>
                  </a:lnTo>
                  <a:lnTo>
                    <a:pt x="1119956" y="1101"/>
                  </a:lnTo>
                  <a:lnTo>
                    <a:pt x="1196331" y="278"/>
                  </a:lnTo>
                  <a:lnTo>
                    <a:pt x="1273937" y="0"/>
                  </a:lnTo>
                  <a:lnTo>
                    <a:pt x="1351542" y="278"/>
                  </a:lnTo>
                  <a:lnTo>
                    <a:pt x="1427917" y="1101"/>
                  </a:lnTo>
                  <a:lnTo>
                    <a:pt x="1502929" y="2454"/>
                  </a:lnTo>
                  <a:lnTo>
                    <a:pt x="1576445" y="4320"/>
                  </a:lnTo>
                  <a:lnTo>
                    <a:pt x="1648332" y="6684"/>
                  </a:lnTo>
                  <a:lnTo>
                    <a:pt x="1718456" y="9530"/>
                  </a:lnTo>
                  <a:lnTo>
                    <a:pt x="1786684" y="12842"/>
                  </a:lnTo>
                  <a:lnTo>
                    <a:pt x="1852883" y="16604"/>
                  </a:lnTo>
                  <a:lnTo>
                    <a:pt x="1916919" y="20799"/>
                  </a:lnTo>
                  <a:lnTo>
                    <a:pt x="1978659" y="25413"/>
                  </a:lnTo>
                  <a:lnTo>
                    <a:pt x="2037970" y="30429"/>
                  </a:lnTo>
                  <a:lnTo>
                    <a:pt x="2094720" y="35831"/>
                  </a:lnTo>
                  <a:lnTo>
                    <a:pt x="2148773" y="41604"/>
                  </a:lnTo>
                  <a:lnTo>
                    <a:pt x="2199998" y="47731"/>
                  </a:lnTo>
                  <a:lnTo>
                    <a:pt x="2248261" y="54197"/>
                  </a:lnTo>
                  <a:lnTo>
                    <a:pt x="2293428" y="60985"/>
                  </a:lnTo>
                  <a:lnTo>
                    <a:pt x="2335367" y="68080"/>
                  </a:lnTo>
                  <a:lnTo>
                    <a:pt x="2373945" y="75466"/>
                  </a:lnTo>
                  <a:lnTo>
                    <a:pt x="2440481" y="91046"/>
                  </a:lnTo>
                  <a:lnTo>
                    <a:pt x="2491971" y="107599"/>
                  </a:lnTo>
                  <a:lnTo>
                    <a:pt x="2527349" y="124997"/>
                  </a:lnTo>
                  <a:lnTo>
                    <a:pt x="2547874" y="152400"/>
                  </a:lnTo>
                  <a:lnTo>
                    <a:pt x="2545549" y="161687"/>
                  </a:lnTo>
                  <a:lnTo>
                    <a:pt x="2538663" y="170826"/>
                  </a:lnTo>
                  <a:lnTo>
                    <a:pt x="2491971" y="197200"/>
                  </a:lnTo>
                  <a:lnTo>
                    <a:pt x="2440481" y="213753"/>
                  </a:lnTo>
                  <a:lnTo>
                    <a:pt x="2373945" y="229333"/>
                  </a:lnTo>
                  <a:lnTo>
                    <a:pt x="2335367" y="236719"/>
                  </a:lnTo>
                  <a:lnTo>
                    <a:pt x="2293428" y="243814"/>
                  </a:lnTo>
                  <a:lnTo>
                    <a:pt x="2248261" y="250602"/>
                  </a:lnTo>
                  <a:lnTo>
                    <a:pt x="2199998" y="257068"/>
                  </a:lnTo>
                  <a:lnTo>
                    <a:pt x="2148773" y="263195"/>
                  </a:lnTo>
                  <a:lnTo>
                    <a:pt x="2094720" y="268968"/>
                  </a:lnTo>
                  <a:lnTo>
                    <a:pt x="2037970" y="274370"/>
                  </a:lnTo>
                  <a:lnTo>
                    <a:pt x="1978659" y="279386"/>
                  </a:lnTo>
                  <a:lnTo>
                    <a:pt x="1916919" y="284000"/>
                  </a:lnTo>
                  <a:lnTo>
                    <a:pt x="1852883" y="288195"/>
                  </a:lnTo>
                  <a:lnTo>
                    <a:pt x="1786684" y="291957"/>
                  </a:lnTo>
                  <a:lnTo>
                    <a:pt x="1718456" y="295269"/>
                  </a:lnTo>
                  <a:lnTo>
                    <a:pt x="1648332" y="298115"/>
                  </a:lnTo>
                  <a:lnTo>
                    <a:pt x="1576445" y="300479"/>
                  </a:lnTo>
                  <a:lnTo>
                    <a:pt x="1502929" y="302345"/>
                  </a:lnTo>
                  <a:lnTo>
                    <a:pt x="1427917" y="303698"/>
                  </a:lnTo>
                  <a:lnTo>
                    <a:pt x="1351542" y="304521"/>
                  </a:lnTo>
                  <a:lnTo>
                    <a:pt x="1273937" y="304800"/>
                  </a:lnTo>
                  <a:lnTo>
                    <a:pt x="1196331" y="304521"/>
                  </a:lnTo>
                  <a:lnTo>
                    <a:pt x="1119956" y="303698"/>
                  </a:lnTo>
                  <a:lnTo>
                    <a:pt x="1044944" y="302345"/>
                  </a:lnTo>
                  <a:lnTo>
                    <a:pt x="971428" y="300479"/>
                  </a:lnTo>
                  <a:lnTo>
                    <a:pt x="899541" y="298115"/>
                  </a:lnTo>
                  <a:lnTo>
                    <a:pt x="829417" y="295269"/>
                  </a:lnTo>
                  <a:lnTo>
                    <a:pt x="761189" y="291957"/>
                  </a:lnTo>
                  <a:lnTo>
                    <a:pt x="694990" y="288195"/>
                  </a:lnTo>
                  <a:lnTo>
                    <a:pt x="630954" y="284000"/>
                  </a:lnTo>
                  <a:lnTo>
                    <a:pt x="569214" y="279386"/>
                  </a:lnTo>
                  <a:lnTo>
                    <a:pt x="509903" y="274370"/>
                  </a:lnTo>
                  <a:lnTo>
                    <a:pt x="453153" y="268968"/>
                  </a:lnTo>
                  <a:lnTo>
                    <a:pt x="399100" y="263195"/>
                  </a:lnTo>
                  <a:lnTo>
                    <a:pt x="347875" y="257068"/>
                  </a:lnTo>
                  <a:lnTo>
                    <a:pt x="299612" y="250602"/>
                  </a:lnTo>
                  <a:lnTo>
                    <a:pt x="254445" y="243814"/>
                  </a:lnTo>
                  <a:lnTo>
                    <a:pt x="212506" y="236719"/>
                  </a:lnTo>
                  <a:lnTo>
                    <a:pt x="173928" y="229333"/>
                  </a:lnTo>
                  <a:lnTo>
                    <a:pt x="107392" y="213753"/>
                  </a:lnTo>
                  <a:lnTo>
                    <a:pt x="55902" y="197200"/>
                  </a:lnTo>
                  <a:lnTo>
                    <a:pt x="20524" y="17980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699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576262" y="3310001"/>
            <a:ext cx="2210435" cy="304800"/>
          </a:xfrm>
          <a:custGeom>
            <a:avLst/>
            <a:gdLst/>
            <a:ahLst/>
            <a:cxnLst/>
            <a:rect l="l" t="t" r="r" b="b"/>
            <a:pathLst>
              <a:path w="2210435" h="304800">
                <a:moveTo>
                  <a:pt x="0" y="152400"/>
                </a:moveTo>
                <a:lnTo>
                  <a:pt x="39468" y="111874"/>
                </a:lnTo>
                <a:lnTo>
                  <a:pt x="86829" y="93065"/>
                </a:lnTo>
                <a:lnTo>
                  <a:pt x="150852" y="75466"/>
                </a:lnTo>
                <a:lnTo>
                  <a:pt x="188702" y="67177"/>
                </a:lnTo>
                <a:lnTo>
                  <a:pt x="230223" y="59258"/>
                </a:lnTo>
                <a:lnTo>
                  <a:pt x="275252" y="51733"/>
                </a:lnTo>
                <a:lnTo>
                  <a:pt x="323624" y="44624"/>
                </a:lnTo>
                <a:lnTo>
                  <a:pt x="375175" y="37953"/>
                </a:lnTo>
                <a:lnTo>
                  <a:pt x="429739" y="31744"/>
                </a:lnTo>
                <a:lnTo>
                  <a:pt x="487154" y="26018"/>
                </a:lnTo>
                <a:lnTo>
                  <a:pt x="547253" y="20799"/>
                </a:lnTo>
                <a:lnTo>
                  <a:pt x="609873" y="16109"/>
                </a:lnTo>
                <a:lnTo>
                  <a:pt x="674848" y="11971"/>
                </a:lnTo>
                <a:lnTo>
                  <a:pt x="742015" y="8408"/>
                </a:lnTo>
                <a:lnTo>
                  <a:pt x="811209" y="5441"/>
                </a:lnTo>
                <a:lnTo>
                  <a:pt x="882265" y="3094"/>
                </a:lnTo>
                <a:lnTo>
                  <a:pt x="955019" y="1390"/>
                </a:lnTo>
                <a:lnTo>
                  <a:pt x="1029307" y="351"/>
                </a:lnTo>
                <a:lnTo>
                  <a:pt x="1104963" y="0"/>
                </a:lnTo>
                <a:lnTo>
                  <a:pt x="1183745" y="382"/>
                </a:lnTo>
                <a:lnTo>
                  <a:pt x="1261157" y="1512"/>
                </a:lnTo>
                <a:lnTo>
                  <a:pt x="1336884" y="3365"/>
                </a:lnTo>
                <a:lnTo>
                  <a:pt x="1410740" y="5913"/>
                </a:lnTo>
                <a:lnTo>
                  <a:pt x="1482537" y="9132"/>
                </a:lnTo>
                <a:lnTo>
                  <a:pt x="1552089" y="12996"/>
                </a:lnTo>
                <a:lnTo>
                  <a:pt x="1619209" y="17479"/>
                </a:lnTo>
                <a:lnTo>
                  <a:pt x="1683710" y="22556"/>
                </a:lnTo>
                <a:lnTo>
                  <a:pt x="1745405" y="28200"/>
                </a:lnTo>
                <a:lnTo>
                  <a:pt x="1804107" y="34386"/>
                </a:lnTo>
                <a:lnTo>
                  <a:pt x="1859629" y="41088"/>
                </a:lnTo>
                <a:lnTo>
                  <a:pt x="1911786" y="48280"/>
                </a:lnTo>
                <a:lnTo>
                  <a:pt x="1960388" y="55937"/>
                </a:lnTo>
                <a:lnTo>
                  <a:pt x="2005251" y="64033"/>
                </a:lnTo>
                <a:lnTo>
                  <a:pt x="2046186" y="72542"/>
                </a:lnTo>
                <a:lnTo>
                  <a:pt x="2115527" y="90697"/>
                </a:lnTo>
                <a:lnTo>
                  <a:pt x="2166917" y="110195"/>
                </a:lnTo>
                <a:lnTo>
                  <a:pt x="2207073" y="141512"/>
                </a:lnTo>
                <a:lnTo>
                  <a:pt x="2209863" y="152400"/>
                </a:lnTo>
                <a:lnTo>
                  <a:pt x="2207088" y="163272"/>
                </a:lnTo>
                <a:lnTo>
                  <a:pt x="2198888" y="173940"/>
                </a:lnTo>
                <a:lnTo>
                  <a:pt x="2143612" y="204457"/>
                </a:lnTo>
                <a:lnTo>
                  <a:pt x="2083067" y="223304"/>
                </a:lnTo>
                <a:lnTo>
                  <a:pt x="2005313" y="240711"/>
                </a:lnTo>
                <a:lnTo>
                  <a:pt x="1960452" y="248809"/>
                </a:lnTo>
                <a:lnTo>
                  <a:pt x="1911849" y="256469"/>
                </a:lnTo>
                <a:lnTo>
                  <a:pt x="1859693" y="263666"/>
                </a:lnTo>
                <a:lnTo>
                  <a:pt x="1804170" y="270373"/>
                </a:lnTo>
                <a:lnTo>
                  <a:pt x="1745469" y="276564"/>
                </a:lnTo>
                <a:lnTo>
                  <a:pt x="1683775" y="282213"/>
                </a:lnTo>
                <a:lnTo>
                  <a:pt x="1619276" y="287295"/>
                </a:lnTo>
                <a:lnTo>
                  <a:pt x="1552159" y="291784"/>
                </a:lnTo>
                <a:lnTo>
                  <a:pt x="1482612" y="295653"/>
                </a:lnTo>
                <a:lnTo>
                  <a:pt x="1410821" y="298876"/>
                </a:lnTo>
                <a:lnTo>
                  <a:pt x="1336973" y="301429"/>
                </a:lnTo>
                <a:lnTo>
                  <a:pt x="1261256" y="303284"/>
                </a:lnTo>
                <a:lnTo>
                  <a:pt x="1183857" y="304416"/>
                </a:lnTo>
                <a:lnTo>
                  <a:pt x="1104963" y="304800"/>
                </a:lnTo>
                <a:lnTo>
                  <a:pt x="1026047" y="304416"/>
                </a:lnTo>
                <a:lnTo>
                  <a:pt x="948630" y="303284"/>
                </a:lnTo>
                <a:lnTo>
                  <a:pt x="872897" y="301429"/>
                </a:lnTo>
                <a:lnTo>
                  <a:pt x="799037" y="298876"/>
                </a:lnTo>
                <a:lnTo>
                  <a:pt x="727236" y="295653"/>
                </a:lnTo>
                <a:lnTo>
                  <a:pt x="657680" y="291784"/>
                </a:lnTo>
                <a:lnTo>
                  <a:pt x="590557" y="287295"/>
                </a:lnTo>
                <a:lnTo>
                  <a:pt x="526055" y="282213"/>
                </a:lnTo>
                <a:lnTo>
                  <a:pt x="464358" y="276564"/>
                </a:lnTo>
                <a:lnTo>
                  <a:pt x="405656" y="270373"/>
                </a:lnTo>
                <a:lnTo>
                  <a:pt x="350134" y="263666"/>
                </a:lnTo>
                <a:lnTo>
                  <a:pt x="297979" y="256469"/>
                </a:lnTo>
                <a:lnTo>
                  <a:pt x="249380" y="248809"/>
                </a:lnTo>
                <a:lnTo>
                  <a:pt x="204521" y="240711"/>
                </a:lnTo>
                <a:lnTo>
                  <a:pt x="163591" y="232201"/>
                </a:lnTo>
                <a:lnTo>
                  <a:pt x="94263" y="214048"/>
                </a:lnTo>
                <a:lnTo>
                  <a:pt x="42891" y="194559"/>
                </a:lnTo>
                <a:lnTo>
                  <a:pt x="2774" y="163272"/>
                </a:lnTo>
                <a:lnTo>
                  <a:pt x="0" y="152400"/>
                </a:lnTo>
                <a:close/>
              </a:path>
            </a:pathLst>
          </a:custGeom>
          <a:ln w="1905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096000" y="3310001"/>
            <a:ext cx="2209800" cy="304800"/>
          </a:xfrm>
          <a:custGeom>
            <a:avLst/>
            <a:gdLst/>
            <a:ahLst/>
            <a:cxnLst/>
            <a:rect l="l" t="t" r="r" b="b"/>
            <a:pathLst>
              <a:path w="2209800" h="304800">
                <a:moveTo>
                  <a:pt x="0" y="152400"/>
                </a:moveTo>
                <a:lnTo>
                  <a:pt x="24406" y="120384"/>
                </a:lnTo>
                <a:lnTo>
                  <a:pt x="66237" y="100291"/>
                </a:lnTo>
                <a:lnTo>
                  <a:pt x="126771" y="81438"/>
                </a:lnTo>
                <a:lnTo>
                  <a:pt x="204514" y="64033"/>
                </a:lnTo>
                <a:lnTo>
                  <a:pt x="249370" y="55937"/>
                </a:lnTo>
                <a:lnTo>
                  <a:pt x="297968" y="48280"/>
                </a:lnTo>
                <a:lnTo>
                  <a:pt x="350120" y="41088"/>
                </a:lnTo>
                <a:lnTo>
                  <a:pt x="405639" y="34386"/>
                </a:lnTo>
                <a:lnTo>
                  <a:pt x="464339" y="28200"/>
                </a:lnTo>
                <a:lnTo>
                  <a:pt x="526031" y="22556"/>
                </a:lnTo>
                <a:lnTo>
                  <a:pt x="590530" y="17479"/>
                </a:lnTo>
                <a:lnTo>
                  <a:pt x="657649" y="12996"/>
                </a:lnTo>
                <a:lnTo>
                  <a:pt x="727200" y="9132"/>
                </a:lnTo>
                <a:lnTo>
                  <a:pt x="798997" y="5913"/>
                </a:lnTo>
                <a:lnTo>
                  <a:pt x="872852" y="3365"/>
                </a:lnTo>
                <a:lnTo>
                  <a:pt x="948579" y="1512"/>
                </a:lnTo>
                <a:lnTo>
                  <a:pt x="1025990" y="382"/>
                </a:lnTo>
                <a:lnTo>
                  <a:pt x="1104900" y="0"/>
                </a:lnTo>
                <a:lnTo>
                  <a:pt x="1183809" y="382"/>
                </a:lnTo>
                <a:lnTo>
                  <a:pt x="1261220" y="1512"/>
                </a:lnTo>
                <a:lnTo>
                  <a:pt x="1336947" y="3365"/>
                </a:lnTo>
                <a:lnTo>
                  <a:pt x="1410802" y="5913"/>
                </a:lnTo>
                <a:lnTo>
                  <a:pt x="1482599" y="9132"/>
                </a:lnTo>
                <a:lnTo>
                  <a:pt x="1552150" y="12996"/>
                </a:lnTo>
                <a:lnTo>
                  <a:pt x="1619269" y="17479"/>
                </a:lnTo>
                <a:lnTo>
                  <a:pt x="1683768" y="22556"/>
                </a:lnTo>
                <a:lnTo>
                  <a:pt x="1745460" y="28200"/>
                </a:lnTo>
                <a:lnTo>
                  <a:pt x="1804160" y="34386"/>
                </a:lnTo>
                <a:lnTo>
                  <a:pt x="1859679" y="41088"/>
                </a:lnTo>
                <a:lnTo>
                  <a:pt x="1911831" y="48280"/>
                </a:lnTo>
                <a:lnTo>
                  <a:pt x="1960429" y="55937"/>
                </a:lnTo>
                <a:lnTo>
                  <a:pt x="2005285" y="64033"/>
                </a:lnTo>
                <a:lnTo>
                  <a:pt x="2046214" y="72542"/>
                </a:lnTo>
                <a:lnTo>
                  <a:pt x="2115539" y="90697"/>
                </a:lnTo>
                <a:lnTo>
                  <a:pt x="2166909" y="110195"/>
                </a:lnTo>
                <a:lnTo>
                  <a:pt x="2207025" y="141512"/>
                </a:lnTo>
                <a:lnTo>
                  <a:pt x="2209800" y="152400"/>
                </a:lnTo>
                <a:lnTo>
                  <a:pt x="2207025" y="163272"/>
                </a:lnTo>
                <a:lnTo>
                  <a:pt x="2198828" y="173940"/>
                </a:lnTo>
                <a:lnTo>
                  <a:pt x="2143562" y="204457"/>
                </a:lnTo>
                <a:lnTo>
                  <a:pt x="2083028" y="223304"/>
                </a:lnTo>
                <a:lnTo>
                  <a:pt x="2005285" y="240711"/>
                </a:lnTo>
                <a:lnTo>
                  <a:pt x="1960429" y="248809"/>
                </a:lnTo>
                <a:lnTo>
                  <a:pt x="1911831" y="256469"/>
                </a:lnTo>
                <a:lnTo>
                  <a:pt x="1859679" y="263666"/>
                </a:lnTo>
                <a:lnTo>
                  <a:pt x="1804160" y="270373"/>
                </a:lnTo>
                <a:lnTo>
                  <a:pt x="1745460" y="276564"/>
                </a:lnTo>
                <a:lnTo>
                  <a:pt x="1683768" y="282213"/>
                </a:lnTo>
                <a:lnTo>
                  <a:pt x="1619269" y="287295"/>
                </a:lnTo>
                <a:lnTo>
                  <a:pt x="1552150" y="291784"/>
                </a:lnTo>
                <a:lnTo>
                  <a:pt x="1482599" y="295653"/>
                </a:lnTo>
                <a:lnTo>
                  <a:pt x="1410802" y="298876"/>
                </a:lnTo>
                <a:lnTo>
                  <a:pt x="1336947" y="301429"/>
                </a:lnTo>
                <a:lnTo>
                  <a:pt x="1261220" y="303284"/>
                </a:lnTo>
                <a:lnTo>
                  <a:pt x="1183809" y="304416"/>
                </a:lnTo>
                <a:lnTo>
                  <a:pt x="1104900" y="304800"/>
                </a:lnTo>
                <a:lnTo>
                  <a:pt x="1025990" y="304416"/>
                </a:lnTo>
                <a:lnTo>
                  <a:pt x="948579" y="303284"/>
                </a:lnTo>
                <a:lnTo>
                  <a:pt x="872852" y="301429"/>
                </a:lnTo>
                <a:lnTo>
                  <a:pt x="798997" y="298876"/>
                </a:lnTo>
                <a:lnTo>
                  <a:pt x="727200" y="295653"/>
                </a:lnTo>
                <a:lnTo>
                  <a:pt x="657649" y="291784"/>
                </a:lnTo>
                <a:lnTo>
                  <a:pt x="590530" y="287295"/>
                </a:lnTo>
                <a:lnTo>
                  <a:pt x="526031" y="282213"/>
                </a:lnTo>
                <a:lnTo>
                  <a:pt x="464339" y="276564"/>
                </a:lnTo>
                <a:lnTo>
                  <a:pt x="405639" y="270373"/>
                </a:lnTo>
                <a:lnTo>
                  <a:pt x="350120" y="263666"/>
                </a:lnTo>
                <a:lnTo>
                  <a:pt x="297968" y="256469"/>
                </a:lnTo>
                <a:lnTo>
                  <a:pt x="249370" y="248809"/>
                </a:lnTo>
                <a:lnTo>
                  <a:pt x="204514" y="240711"/>
                </a:lnTo>
                <a:lnTo>
                  <a:pt x="163585" y="232201"/>
                </a:lnTo>
                <a:lnTo>
                  <a:pt x="94260" y="214048"/>
                </a:lnTo>
                <a:lnTo>
                  <a:pt x="42890" y="194559"/>
                </a:lnTo>
                <a:lnTo>
                  <a:pt x="2774" y="163272"/>
                </a:lnTo>
                <a:lnTo>
                  <a:pt x="0" y="152400"/>
                </a:lnTo>
                <a:close/>
              </a:path>
            </a:pathLst>
          </a:custGeom>
          <a:ln w="19050">
            <a:solidFill>
              <a:srgbClr val="6699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609600" cy="4876800"/>
          </a:xfrm>
          <a:custGeom>
            <a:avLst/>
            <a:gdLst/>
            <a:ahLst/>
            <a:cxnLst/>
            <a:rect l="l" t="t" r="r" b="b"/>
            <a:pathLst>
              <a:path w="609600" h="4876800">
                <a:moveTo>
                  <a:pt x="609600" y="0"/>
                </a:moveTo>
                <a:lnTo>
                  <a:pt x="0" y="0"/>
                </a:lnTo>
                <a:lnTo>
                  <a:pt x="0" y="4876800"/>
                </a:lnTo>
                <a:lnTo>
                  <a:pt x="609600" y="4876800"/>
                </a:lnTo>
                <a:lnTo>
                  <a:pt x="609600" y="0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48768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44450">
            <a:solidFill>
              <a:srgbClr val="3300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455152" y="63042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220421"/>
            <a:ext cx="5892800" cy="6661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Inner</a:t>
            </a:r>
            <a:r>
              <a:rPr dirty="0" spc="-35"/>
              <a:t> </a:t>
            </a:r>
            <a:r>
              <a:rPr dirty="0"/>
              <a:t>Classes</a:t>
            </a:r>
            <a:r>
              <a:rPr dirty="0" spc="-15"/>
              <a:t> </a:t>
            </a:r>
            <a:r>
              <a:rPr dirty="0" spc="-10"/>
              <a:t>Translation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228600" y="990599"/>
            <a:ext cx="8915400" cy="5715000"/>
          </a:xfrm>
          <a:custGeom>
            <a:avLst/>
            <a:gdLst/>
            <a:ahLst/>
            <a:cxnLst/>
            <a:rect l="l" t="t" r="r" b="b"/>
            <a:pathLst>
              <a:path w="8915400" h="5715000">
                <a:moveTo>
                  <a:pt x="8915400" y="0"/>
                </a:moveTo>
                <a:lnTo>
                  <a:pt x="0" y="0"/>
                </a:lnTo>
                <a:lnTo>
                  <a:pt x="0" y="5562600"/>
                </a:lnTo>
                <a:lnTo>
                  <a:pt x="2514600" y="5562600"/>
                </a:lnTo>
                <a:lnTo>
                  <a:pt x="2514600" y="5715000"/>
                </a:lnTo>
                <a:lnTo>
                  <a:pt x="7162800" y="5715000"/>
                </a:lnTo>
                <a:lnTo>
                  <a:pt x="7162800" y="5562600"/>
                </a:lnTo>
                <a:lnTo>
                  <a:pt x="8915400" y="5562600"/>
                </a:lnTo>
                <a:lnTo>
                  <a:pt x="89154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07340" y="972058"/>
            <a:ext cx="7956550" cy="564959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b="1">
                <a:latin typeface="Arial"/>
                <a:cs typeface="Arial"/>
              </a:rPr>
              <a:t>If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or</a:t>
            </a:r>
            <a:r>
              <a:rPr dirty="0" sz="2800" spc="-55" b="1">
                <a:latin typeface="Arial"/>
                <a:cs typeface="Arial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Address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is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used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in</a:t>
            </a:r>
            <a:r>
              <a:rPr dirty="0" sz="2800" spc="-5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the</a:t>
            </a:r>
            <a:r>
              <a:rPr dirty="0" sz="2800" spc="-30" b="1">
                <a:latin typeface="Arial"/>
                <a:cs typeface="Arial"/>
              </a:rPr>
              <a:t>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Person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class </a:t>
            </a:r>
            <a:r>
              <a:rPr dirty="0" sz="2800" b="1">
                <a:latin typeface="Arial"/>
                <a:cs typeface="Arial"/>
              </a:rPr>
              <a:t>only,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they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can</a:t>
            </a:r>
            <a:r>
              <a:rPr dirty="0" sz="2800" spc="-5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be</a:t>
            </a:r>
            <a:r>
              <a:rPr dirty="0" sz="2800" spc="-6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declared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as</a:t>
            </a:r>
            <a:r>
              <a:rPr dirty="0" sz="2800" spc="-5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CC"/>
                </a:solidFill>
                <a:latin typeface="Arial"/>
                <a:cs typeface="Arial"/>
              </a:rPr>
              <a:t>inner</a:t>
            </a:r>
            <a:r>
              <a:rPr dirty="0" sz="2800" spc="-6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00CC"/>
                </a:solidFill>
                <a:latin typeface="Arial"/>
                <a:cs typeface="Arial"/>
              </a:rPr>
              <a:t>class</a:t>
            </a:r>
            <a:r>
              <a:rPr dirty="0" sz="2800" spc="-40" b="1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latin typeface="Arial"/>
                <a:cs typeface="Arial"/>
              </a:rPr>
              <a:t>in </a:t>
            </a:r>
            <a:r>
              <a:rPr dirty="0" u="sng" sz="2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Person</a:t>
            </a:r>
            <a:r>
              <a:rPr dirty="0" sz="2800" b="1">
                <a:latin typeface="Arial"/>
                <a:cs typeface="Arial"/>
              </a:rPr>
              <a:t>.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For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example,</a:t>
            </a:r>
            <a:endParaRPr sz="2800">
              <a:latin typeface="Arial"/>
              <a:cs typeface="Arial"/>
            </a:endParaRPr>
          </a:p>
          <a:p>
            <a:pPr marL="2833370" marR="1457325" indent="-304800">
              <a:lnSpc>
                <a:spcPct val="110000"/>
              </a:lnSpc>
              <a:spcBef>
                <a:spcPts val="515"/>
              </a:spcBef>
            </a:pP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public</a:t>
            </a:r>
            <a:r>
              <a:rPr dirty="0" sz="2000" spc="-30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class</a:t>
            </a:r>
            <a:r>
              <a:rPr dirty="0" sz="2000" spc="-30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Person</a:t>
            </a:r>
            <a:r>
              <a:rPr dirty="0" sz="2000" spc="-25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spc="-50" b="1">
                <a:solidFill>
                  <a:srgbClr val="330033"/>
                </a:solidFill>
                <a:latin typeface="Courier New"/>
                <a:cs typeface="Courier New"/>
              </a:rPr>
              <a:t>{ </a:t>
            </a: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private</a:t>
            </a:r>
            <a:r>
              <a:rPr dirty="0" sz="2000" spc="-30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Name</a:t>
            </a:r>
            <a:r>
              <a:rPr dirty="0" sz="2000" spc="-25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spc="-10" b="1">
                <a:solidFill>
                  <a:srgbClr val="330033"/>
                </a:solidFill>
                <a:latin typeface="Courier New"/>
                <a:cs typeface="Courier New"/>
              </a:rPr>
              <a:t>name; </a:t>
            </a: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private</a:t>
            </a:r>
            <a:r>
              <a:rPr dirty="0" sz="2000" spc="-35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330033"/>
                </a:solidFill>
                <a:latin typeface="Courier New"/>
                <a:cs typeface="Courier New"/>
              </a:rPr>
              <a:t>Address</a:t>
            </a:r>
            <a:r>
              <a:rPr dirty="0" sz="2000" spc="-35" b="1">
                <a:solidFill>
                  <a:srgbClr val="330033"/>
                </a:solidFill>
                <a:latin typeface="Courier New"/>
                <a:cs typeface="Courier New"/>
              </a:rPr>
              <a:t> </a:t>
            </a:r>
            <a:r>
              <a:rPr dirty="0" sz="2000" spc="-10" b="1">
                <a:solidFill>
                  <a:srgbClr val="330033"/>
                </a:solidFill>
                <a:latin typeface="Courier New"/>
                <a:cs typeface="Courier New"/>
              </a:rPr>
              <a:t>address;</a:t>
            </a: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  <a:spcBef>
                <a:spcPts val="240"/>
              </a:spcBef>
            </a:pPr>
            <a:r>
              <a:rPr dirty="0" sz="2000" spc="-25" b="1">
                <a:solidFill>
                  <a:srgbClr val="330033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2000" spc="-3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ourier New"/>
                <a:cs typeface="Courier New"/>
              </a:rPr>
              <a:t>Name</a:t>
            </a:r>
            <a:r>
              <a:rPr dirty="0" sz="2000" spc="-2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2000" spc="-50" b="1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  <a:spcBef>
                <a:spcPts val="240"/>
              </a:spcBef>
            </a:pPr>
            <a:r>
              <a:rPr dirty="0" sz="2000" spc="-25" b="1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  <a:spcBef>
                <a:spcPts val="240"/>
              </a:spcBef>
            </a:pPr>
            <a:r>
              <a:rPr dirty="0" sz="2000" spc="-50" b="1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</a:pPr>
            <a:r>
              <a:rPr dirty="0" sz="2000" b="1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dirty="0" sz="2000" spc="-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2000" b="1">
                <a:solidFill>
                  <a:srgbClr val="FF0000"/>
                </a:solidFill>
                <a:latin typeface="Courier New"/>
                <a:cs typeface="Courier New"/>
              </a:rPr>
              <a:t>Address</a:t>
            </a:r>
            <a:r>
              <a:rPr dirty="0" sz="2000" spc="-30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2000" spc="-50" b="1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  <a:spcBef>
                <a:spcPts val="240"/>
              </a:spcBef>
            </a:pPr>
            <a:r>
              <a:rPr dirty="0" sz="2000" spc="-25" b="1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  <a:p>
            <a:pPr marL="2833370">
              <a:lnSpc>
                <a:spcPct val="100000"/>
              </a:lnSpc>
              <a:spcBef>
                <a:spcPts val="240"/>
              </a:spcBef>
            </a:pPr>
            <a:r>
              <a:rPr dirty="0" sz="2000" spc="-50" b="1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2528570">
              <a:lnSpc>
                <a:spcPct val="100000"/>
              </a:lnSpc>
              <a:spcBef>
                <a:spcPts val="240"/>
              </a:spcBef>
            </a:pPr>
            <a:r>
              <a:rPr dirty="0" sz="2000" spc="-50" b="1">
                <a:solidFill>
                  <a:srgbClr val="330033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55152" y="6304273"/>
            <a:ext cx="140335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25">
                <a:latin typeface="Arial"/>
                <a:cs typeface="Arial"/>
              </a:rPr>
              <a:t>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8500" marR="508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Aggregation</a:t>
            </a:r>
            <a:r>
              <a:rPr dirty="0" sz="2900" spc="-25"/>
              <a:t> </a:t>
            </a:r>
            <a:r>
              <a:rPr dirty="0" sz="2900"/>
              <a:t>Example</a:t>
            </a:r>
            <a:r>
              <a:rPr dirty="0" sz="2900" spc="-15"/>
              <a:t> </a:t>
            </a:r>
            <a:r>
              <a:rPr dirty="0" sz="2900"/>
              <a:t>1:</a:t>
            </a:r>
            <a:r>
              <a:rPr dirty="0" sz="2900" spc="-20"/>
              <a:t> </a:t>
            </a:r>
            <a:r>
              <a:rPr dirty="0" sz="2900">
                <a:solidFill>
                  <a:srgbClr val="0000CC"/>
                </a:solidFill>
              </a:rPr>
              <a:t>FSKSM</a:t>
            </a:r>
            <a:r>
              <a:rPr dirty="0" sz="2900" spc="-10">
                <a:solidFill>
                  <a:srgbClr val="0000CC"/>
                </a:solidFill>
              </a:rPr>
              <a:t> </a:t>
            </a:r>
            <a:r>
              <a:rPr dirty="0" sz="2900">
                <a:solidFill>
                  <a:srgbClr val="0000CC"/>
                </a:solidFill>
              </a:rPr>
              <a:t>building</a:t>
            </a:r>
            <a:r>
              <a:rPr dirty="0" sz="2900" spc="-45">
                <a:solidFill>
                  <a:srgbClr val="0000CC"/>
                </a:solidFill>
              </a:rPr>
              <a:t> </a:t>
            </a:r>
            <a:r>
              <a:rPr dirty="0" sz="2900" spc="-25">
                <a:solidFill>
                  <a:srgbClr val="0000CC"/>
                </a:solidFill>
              </a:rPr>
              <a:t>has </a:t>
            </a:r>
            <a:r>
              <a:rPr dirty="0" sz="2900">
                <a:solidFill>
                  <a:srgbClr val="0000CC"/>
                </a:solidFill>
              </a:rPr>
              <a:t>Lab</a:t>
            </a:r>
            <a:r>
              <a:rPr dirty="0" sz="2900"/>
              <a:t>,</a:t>
            </a:r>
            <a:r>
              <a:rPr dirty="0" sz="2900" spc="-40"/>
              <a:t> </a:t>
            </a:r>
            <a:r>
              <a:rPr dirty="0" sz="2900">
                <a:solidFill>
                  <a:srgbClr val="0000CC"/>
                </a:solidFill>
              </a:rPr>
              <a:t>LectureRoom</a:t>
            </a:r>
            <a:r>
              <a:rPr dirty="0" sz="2900" spc="-30">
                <a:solidFill>
                  <a:srgbClr val="0000CC"/>
                </a:solidFill>
              </a:rPr>
              <a:t> </a:t>
            </a:r>
            <a:r>
              <a:rPr dirty="0" sz="2900"/>
              <a:t>and</a:t>
            </a:r>
            <a:r>
              <a:rPr dirty="0" sz="2900" spc="-15"/>
              <a:t> </a:t>
            </a:r>
            <a:r>
              <a:rPr dirty="0" sz="2900" spc="-10">
                <a:solidFill>
                  <a:srgbClr val="0000CC"/>
                </a:solidFill>
              </a:rPr>
              <a:t>LecturerRoom</a:t>
            </a:r>
            <a:endParaRPr sz="2900"/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066672"/>
            <a:ext cx="6340475" cy="28147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93444" y="4047490"/>
            <a:ext cx="31426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public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class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FSKSMBuilding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3444" y="4504690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07794" y="4352899"/>
            <a:ext cx="3108325" cy="1397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latin typeface="Times New Roman"/>
                <a:cs typeface="Times New Roman"/>
              </a:rPr>
              <a:t>private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Lab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lab1;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3600"/>
              </a:lnSpc>
              <a:spcBef>
                <a:spcPts val="120"/>
              </a:spcBef>
            </a:pPr>
            <a:r>
              <a:rPr dirty="0" sz="2000" b="1">
                <a:latin typeface="Times New Roman"/>
                <a:cs typeface="Times New Roman"/>
              </a:rPr>
              <a:t>private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LectureRoom</a:t>
            </a:r>
            <a:r>
              <a:rPr dirty="0" sz="20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lect; </a:t>
            </a:r>
            <a:r>
              <a:rPr dirty="0" sz="2000" b="1">
                <a:latin typeface="Times New Roman"/>
                <a:cs typeface="Times New Roman"/>
              </a:rPr>
              <a:t>private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LecturerRoom</a:t>
            </a:r>
            <a:r>
              <a:rPr dirty="0" sz="20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lectr;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3444" y="5876645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8750" y="6248400"/>
            <a:ext cx="8756650" cy="367030"/>
          </a:xfrm>
          <a:prstGeom prst="rect">
            <a:avLst/>
          </a:prstGeom>
          <a:solidFill>
            <a:srgbClr val="B1B1B1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800" b="1">
                <a:latin typeface="Arial"/>
                <a:cs typeface="Arial"/>
              </a:rPr>
              <a:t>Aggregation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relationship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represented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as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field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aggregated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class.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24000" y="4495800"/>
            <a:ext cx="3124200" cy="381000"/>
          </a:xfrm>
          <a:custGeom>
            <a:avLst/>
            <a:gdLst/>
            <a:ahLst/>
            <a:cxnLst/>
            <a:rect l="l" t="t" r="r" b="b"/>
            <a:pathLst>
              <a:path w="3124200" h="381000">
                <a:moveTo>
                  <a:pt x="0" y="190500"/>
                </a:moveTo>
                <a:lnTo>
                  <a:pt x="29872" y="153251"/>
                </a:lnTo>
                <a:lnTo>
                  <a:pt x="66138" y="135500"/>
                </a:lnTo>
                <a:lnTo>
                  <a:pt x="115670" y="118449"/>
                </a:lnTo>
                <a:lnTo>
                  <a:pt x="177752" y="102185"/>
                </a:lnTo>
                <a:lnTo>
                  <a:pt x="251667" y="86794"/>
                </a:lnTo>
                <a:lnTo>
                  <a:pt x="292838" y="79454"/>
                </a:lnTo>
                <a:lnTo>
                  <a:pt x="336699" y="72366"/>
                </a:lnTo>
                <a:lnTo>
                  <a:pt x="383161" y="65540"/>
                </a:lnTo>
                <a:lnTo>
                  <a:pt x="432133" y="58987"/>
                </a:lnTo>
                <a:lnTo>
                  <a:pt x="483527" y="52718"/>
                </a:lnTo>
                <a:lnTo>
                  <a:pt x="537252" y="46744"/>
                </a:lnTo>
                <a:lnTo>
                  <a:pt x="593220" y="41077"/>
                </a:lnTo>
                <a:lnTo>
                  <a:pt x="651341" y="35726"/>
                </a:lnTo>
                <a:lnTo>
                  <a:pt x="711525" y="30704"/>
                </a:lnTo>
                <a:lnTo>
                  <a:pt x="773684" y="26020"/>
                </a:lnTo>
                <a:lnTo>
                  <a:pt x="837726" y="21687"/>
                </a:lnTo>
                <a:lnTo>
                  <a:pt x="903563" y="17714"/>
                </a:lnTo>
                <a:lnTo>
                  <a:pt x="971106" y="14113"/>
                </a:lnTo>
                <a:lnTo>
                  <a:pt x="1040264" y="10894"/>
                </a:lnTo>
                <a:lnTo>
                  <a:pt x="1110949" y="8069"/>
                </a:lnTo>
                <a:lnTo>
                  <a:pt x="1183071" y="5649"/>
                </a:lnTo>
                <a:lnTo>
                  <a:pt x="1256540" y="3645"/>
                </a:lnTo>
                <a:lnTo>
                  <a:pt x="1331267" y="2066"/>
                </a:lnTo>
                <a:lnTo>
                  <a:pt x="1407162" y="925"/>
                </a:lnTo>
                <a:lnTo>
                  <a:pt x="1484136" y="233"/>
                </a:lnTo>
                <a:lnTo>
                  <a:pt x="1562100" y="0"/>
                </a:lnTo>
                <a:lnTo>
                  <a:pt x="1640063" y="233"/>
                </a:lnTo>
                <a:lnTo>
                  <a:pt x="1717037" y="925"/>
                </a:lnTo>
                <a:lnTo>
                  <a:pt x="1792932" y="2066"/>
                </a:lnTo>
                <a:lnTo>
                  <a:pt x="1867659" y="3645"/>
                </a:lnTo>
                <a:lnTo>
                  <a:pt x="1941128" y="5649"/>
                </a:lnTo>
                <a:lnTo>
                  <a:pt x="2013250" y="8069"/>
                </a:lnTo>
                <a:lnTo>
                  <a:pt x="2083935" y="10894"/>
                </a:lnTo>
                <a:lnTo>
                  <a:pt x="2153093" y="14113"/>
                </a:lnTo>
                <a:lnTo>
                  <a:pt x="2220636" y="17714"/>
                </a:lnTo>
                <a:lnTo>
                  <a:pt x="2286473" y="21687"/>
                </a:lnTo>
                <a:lnTo>
                  <a:pt x="2350516" y="26020"/>
                </a:lnTo>
                <a:lnTo>
                  <a:pt x="2412674" y="30704"/>
                </a:lnTo>
                <a:lnTo>
                  <a:pt x="2472858" y="35726"/>
                </a:lnTo>
                <a:lnTo>
                  <a:pt x="2530979" y="41077"/>
                </a:lnTo>
                <a:lnTo>
                  <a:pt x="2586947" y="46744"/>
                </a:lnTo>
                <a:lnTo>
                  <a:pt x="2640672" y="52718"/>
                </a:lnTo>
                <a:lnTo>
                  <a:pt x="2692066" y="58987"/>
                </a:lnTo>
                <a:lnTo>
                  <a:pt x="2741038" y="65540"/>
                </a:lnTo>
                <a:lnTo>
                  <a:pt x="2787500" y="72366"/>
                </a:lnTo>
                <a:lnTo>
                  <a:pt x="2831361" y="79454"/>
                </a:lnTo>
                <a:lnTo>
                  <a:pt x="2872532" y="86794"/>
                </a:lnTo>
                <a:lnTo>
                  <a:pt x="2910924" y="94375"/>
                </a:lnTo>
                <a:lnTo>
                  <a:pt x="2979012" y="110213"/>
                </a:lnTo>
                <a:lnTo>
                  <a:pt x="3034908" y="126882"/>
                </a:lnTo>
                <a:lnTo>
                  <a:pt x="3077897" y="144294"/>
                </a:lnTo>
                <a:lnTo>
                  <a:pt x="3116612" y="171613"/>
                </a:lnTo>
                <a:lnTo>
                  <a:pt x="3124200" y="190500"/>
                </a:lnTo>
                <a:lnTo>
                  <a:pt x="3122288" y="200003"/>
                </a:lnTo>
                <a:lnTo>
                  <a:pt x="3116612" y="209386"/>
                </a:lnTo>
                <a:lnTo>
                  <a:pt x="3077897" y="236705"/>
                </a:lnTo>
                <a:lnTo>
                  <a:pt x="3034908" y="254117"/>
                </a:lnTo>
                <a:lnTo>
                  <a:pt x="2979012" y="270786"/>
                </a:lnTo>
                <a:lnTo>
                  <a:pt x="2910924" y="286624"/>
                </a:lnTo>
                <a:lnTo>
                  <a:pt x="2872532" y="294205"/>
                </a:lnTo>
                <a:lnTo>
                  <a:pt x="2831361" y="301545"/>
                </a:lnTo>
                <a:lnTo>
                  <a:pt x="2787500" y="308633"/>
                </a:lnTo>
                <a:lnTo>
                  <a:pt x="2741038" y="315459"/>
                </a:lnTo>
                <a:lnTo>
                  <a:pt x="2692066" y="322012"/>
                </a:lnTo>
                <a:lnTo>
                  <a:pt x="2640672" y="328281"/>
                </a:lnTo>
                <a:lnTo>
                  <a:pt x="2586947" y="334255"/>
                </a:lnTo>
                <a:lnTo>
                  <a:pt x="2530979" y="339922"/>
                </a:lnTo>
                <a:lnTo>
                  <a:pt x="2472858" y="345273"/>
                </a:lnTo>
                <a:lnTo>
                  <a:pt x="2412674" y="350295"/>
                </a:lnTo>
                <a:lnTo>
                  <a:pt x="2350516" y="354979"/>
                </a:lnTo>
                <a:lnTo>
                  <a:pt x="2286473" y="359312"/>
                </a:lnTo>
                <a:lnTo>
                  <a:pt x="2220636" y="363285"/>
                </a:lnTo>
                <a:lnTo>
                  <a:pt x="2153093" y="366886"/>
                </a:lnTo>
                <a:lnTo>
                  <a:pt x="2083935" y="370105"/>
                </a:lnTo>
                <a:lnTo>
                  <a:pt x="2013250" y="372930"/>
                </a:lnTo>
                <a:lnTo>
                  <a:pt x="1941128" y="375350"/>
                </a:lnTo>
                <a:lnTo>
                  <a:pt x="1867659" y="377354"/>
                </a:lnTo>
                <a:lnTo>
                  <a:pt x="1792932" y="378933"/>
                </a:lnTo>
                <a:lnTo>
                  <a:pt x="1717037" y="380074"/>
                </a:lnTo>
                <a:lnTo>
                  <a:pt x="1640063" y="380766"/>
                </a:lnTo>
                <a:lnTo>
                  <a:pt x="1562100" y="381000"/>
                </a:lnTo>
                <a:lnTo>
                  <a:pt x="1484136" y="380766"/>
                </a:lnTo>
                <a:lnTo>
                  <a:pt x="1407162" y="380074"/>
                </a:lnTo>
                <a:lnTo>
                  <a:pt x="1331267" y="378933"/>
                </a:lnTo>
                <a:lnTo>
                  <a:pt x="1256540" y="377354"/>
                </a:lnTo>
                <a:lnTo>
                  <a:pt x="1183071" y="375350"/>
                </a:lnTo>
                <a:lnTo>
                  <a:pt x="1110949" y="372930"/>
                </a:lnTo>
                <a:lnTo>
                  <a:pt x="1040264" y="370105"/>
                </a:lnTo>
                <a:lnTo>
                  <a:pt x="971106" y="366886"/>
                </a:lnTo>
                <a:lnTo>
                  <a:pt x="903563" y="363285"/>
                </a:lnTo>
                <a:lnTo>
                  <a:pt x="837726" y="359312"/>
                </a:lnTo>
                <a:lnTo>
                  <a:pt x="773683" y="354979"/>
                </a:lnTo>
                <a:lnTo>
                  <a:pt x="711525" y="350295"/>
                </a:lnTo>
                <a:lnTo>
                  <a:pt x="651341" y="345273"/>
                </a:lnTo>
                <a:lnTo>
                  <a:pt x="593220" y="339922"/>
                </a:lnTo>
                <a:lnTo>
                  <a:pt x="537252" y="334255"/>
                </a:lnTo>
                <a:lnTo>
                  <a:pt x="483527" y="328281"/>
                </a:lnTo>
                <a:lnTo>
                  <a:pt x="432133" y="322012"/>
                </a:lnTo>
                <a:lnTo>
                  <a:pt x="383161" y="315459"/>
                </a:lnTo>
                <a:lnTo>
                  <a:pt x="336699" y="308633"/>
                </a:lnTo>
                <a:lnTo>
                  <a:pt x="292838" y="301545"/>
                </a:lnTo>
                <a:lnTo>
                  <a:pt x="251667" y="294205"/>
                </a:lnTo>
                <a:lnTo>
                  <a:pt x="213275" y="286624"/>
                </a:lnTo>
                <a:lnTo>
                  <a:pt x="145187" y="270786"/>
                </a:lnTo>
                <a:lnTo>
                  <a:pt x="89291" y="254117"/>
                </a:lnTo>
                <a:lnTo>
                  <a:pt x="46302" y="236705"/>
                </a:lnTo>
                <a:lnTo>
                  <a:pt x="7587" y="209386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00200" y="4953000"/>
            <a:ext cx="3352800" cy="914400"/>
          </a:xfrm>
          <a:custGeom>
            <a:avLst/>
            <a:gdLst/>
            <a:ahLst/>
            <a:cxnLst/>
            <a:rect l="l" t="t" r="r" b="b"/>
            <a:pathLst>
              <a:path w="3352800" h="914400">
                <a:moveTo>
                  <a:pt x="0" y="228600"/>
                </a:moveTo>
                <a:lnTo>
                  <a:pt x="27903" y="186371"/>
                </a:lnTo>
                <a:lnTo>
                  <a:pt x="61839" y="166177"/>
                </a:lnTo>
                <a:lnTo>
                  <a:pt x="108257" y="146716"/>
                </a:lnTo>
                <a:lnTo>
                  <a:pt x="166529" y="128073"/>
                </a:lnTo>
                <a:lnTo>
                  <a:pt x="236024" y="110338"/>
                </a:lnTo>
                <a:lnTo>
                  <a:pt x="274784" y="101838"/>
                </a:lnTo>
                <a:lnTo>
                  <a:pt x="316114" y="93597"/>
                </a:lnTo>
                <a:lnTo>
                  <a:pt x="359935" y="85628"/>
                </a:lnTo>
                <a:lnTo>
                  <a:pt x="406168" y="77940"/>
                </a:lnTo>
                <a:lnTo>
                  <a:pt x="454735" y="70545"/>
                </a:lnTo>
                <a:lnTo>
                  <a:pt x="505557" y="63453"/>
                </a:lnTo>
                <a:lnTo>
                  <a:pt x="558556" y="56676"/>
                </a:lnTo>
                <a:lnTo>
                  <a:pt x="613652" y="50225"/>
                </a:lnTo>
                <a:lnTo>
                  <a:pt x="670767" y="44110"/>
                </a:lnTo>
                <a:lnTo>
                  <a:pt x="729822" y="38343"/>
                </a:lnTo>
                <a:lnTo>
                  <a:pt x="790739" y="32935"/>
                </a:lnTo>
                <a:lnTo>
                  <a:pt x="853439" y="27896"/>
                </a:lnTo>
                <a:lnTo>
                  <a:pt x="917843" y="23237"/>
                </a:lnTo>
                <a:lnTo>
                  <a:pt x="983872" y="18970"/>
                </a:lnTo>
                <a:lnTo>
                  <a:pt x="1051449" y="15106"/>
                </a:lnTo>
                <a:lnTo>
                  <a:pt x="1120493" y="11655"/>
                </a:lnTo>
                <a:lnTo>
                  <a:pt x="1190927" y="8629"/>
                </a:lnTo>
                <a:lnTo>
                  <a:pt x="1262671" y="6038"/>
                </a:lnTo>
                <a:lnTo>
                  <a:pt x="1335648" y="3893"/>
                </a:lnTo>
                <a:lnTo>
                  <a:pt x="1409777" y="2206"/>
                </a:lnTo>
                <a:lnTo>
                  <a:pt x="1484982" y="988"/>
                </a:lnTo>
                <a:lnTo>
                  <a:pt x="1561182" y="248"/>
                </a:lnTo>
                <a:lnTo>
                  <a:pt x="1638300" y="0"/>
                </a:lnTo>
                <a:lnTo>
                  <a:pt x="1715417" y="248"/>
                </a:lnTo>
                <a:lnTo>
                  <a:pt x="1791617" y="988"/>
                </a:lnTo>
                <a:lnTo>
                  <a:pt x="1866822" y="2206"/>
                </a:lnTo>
                <a:lnTo>
                  <a:pt x="1940951" y="3893"/>
                </a:lnTo>
                <a:lnTo>
                  <a:pt x="2013928" y="6038"/>
                </a:lnTo>
                <a:lnTo>
                  <a:pt x="2085672" y="8629"/>
                </a:lnTo>
                <a:lnTo>
                  <a:pt x="2156106" y="11655"/>
                </a:lnTo>
                <a:lnTo>
                  <a:pt x="2225150" y="15106"/>
                </a:lnTo>
                <a:lnTo>
                  <a:pt x="2292727" y="18970"/>
                </a:lnTo>
                <a:lnTo>
                  <a:pt x="2358756" y="23237"/>
                </a:lnTo>
                <a:lnTo>
                  <a:pt x="2423160" y="27896"/>
                </a:lnTo>
                <a:lnTo>
                  <a:pt x="2485860" y="32935"/>
                </a:lnTo>
                <a:lnTo>
                  <a:pt x="2546777" y="38343"/>
                </a:lnTo>
                <a:lnTo>
                  <a:pt x="2605832" y="44110"/>
                </a:lnTo>
                <a:lnTo>
                  <a:pt x="2662947" y="50225"/>
                </a:lnTo>
                <a:lnTo>
                  <a:pt x="2718043" y="56676"/>
                </a:lnTo>
                <a:lnTo>
                  <a:pt x="2771042" y="63453"/>
                </a:lnTo>
                <a:lnTo>
                  <a:pt x="2821864" y="70545"/>
                </a:lnTo>
                <a:lnTo>
                  <a:pt x="2870431" y="77940"/>
                </a:lnTo>
                <a:lnTo>
                  <a:pt x="2916664" y="85628"/>
                </a:lnTo>
                <a:lnTo>
                  <a:pt x="2960485" y="93597"/>
                </a:lnTo>
                <a:lnTo>
                  <a:pt x="3001815" y="101838"/>
                </a:lnTo>
                <a:lnTo>
                  <a:pt x="3040575" y="110338"/>
                </a:lnTo>
                <a:lnTo>
                  <a:pt x="3110070" y="128073"/>
                </a:lnTo>
                <a:lnTo>
                  <a:pt x="3168342" y="146716"/>
                </a:lnTo>
                <a:lnTo>
                  <a:pt x="3214760" y="166177"/>
                </a:lnTo>
                <a:lnTo>
                  <a:pt x="3248696" y="186371"/>
                </a:lnTo>
                <a:lnTo>
                  <a:pt x="3274816" y="217839"/>
                </a:lnTo>
                <a:lnTo>
                  <a:pt x="3276600" y="228600"/>
                </a:lnTo>
                <a:lnTo>
                  <a:pt x="3274816" y="239360"/>
                </a:lnTo>
                <a:lnTo>
                  <a:pt x="3269519" y="249992"/>
                </a:lnTo>
                <a:lnTo>
                  <a:pt x="3233328" y="281011"/>
                </a:lnTo>
                <a:lnTo>
                  <a:pt x="3193072" y="300849"/>
                </a:lnTo>
                <a:lnTo>
                  <a:pt x="3140648" y="319912"/>
                </a:lnTo>
                <a:lnTo>
                  <a:pt x="3076686" y="338112"/>
                </a:lnTo>
                <a:lnTo>
                  <a:pt x="3001815" y="355361"/>
                </a:lnTo>
                <a:lnTo>
                  <a:pt x="2960485" y="363602"/>
                </a:lnTo>
                <a:lnTo>
                  <a:pt x="2916664" y="371571"/>
                </a:lnTo>
                <a:lnTo>
                  <a:pt x="2870431" y="379259"/>
                </a:lnTo>
                <a:lnTo>
                  <a:pt x="2821864" y="386654"/>
                </a:lnTo>
                <a:lnTo>
                  <a:pt x="2771042" y="393746"/>
                </a:lnTo>
                <a:lnTo>
                  <a:pt x="2718043" y="400523"/>
                </a:lnTo>
                <a:lnTo>
                  <a:pt x="2662947" y="406974"/>
                </a:lnTo>
                <a:lnTo>
                  <a:pt x="2605832" y="413089"/>
                </a:lnTo>
                <a:lnTo>
                  <a:pt x="2546777" y="418856"/>
                </a:lnTo>
                <a:lnTo>
                  <a:pt x="2485860" y="424264"/>
                </a:lnTo>
                <a:lnTo>
                  <a:pt x="2423160" y="429303"/>
                </a:lnTo>
                <a:lnTo>
                  <a:pt x="2358756" y="433962"/>
                </a:lnTo>
                <a:lnTo>
                  <a:pt x="2292727" y="438229"/>
                </a:lnTo>
                <a:lnTo>
                  <a:pt x="2225150" y="442093"/>
                </a:lnTo>
                <a:lnTo>
                  <a:pt x="2156106" y="445544"/>
                </a:lnTo>
                <a:lnTo>
                  <a:pt x="2085672" y="448570"/>
                </a:lnTo>
                <a:lnTo>
                  <a:pt x="2013928" y="451161"/>
                </a:lnTo>
                <a:lnTo>
                  <a:pt x="1940951" y="453306"/>
                </a:lnTo>
                <a:lnTo>
                  <a:pt x="1866822" y="454993"/>
                </a:lnTo>
                <a:lnTo>
                  <a:pt x="1791617" y="456211"/>
                </a:lnTo>
                <a:lnTo>
                  <a:pt x="1715417" y="456951"/>
                </a:lnTo>
                <a:lnTo>
                  <a:pt x="1638300" y="457200"/>
                </a:lnTo>
                <a:lnTo>
                  <a:pt x="1561182" y="456951"/>
                </a:lnTo>
                <a:lnTo>
                  <a:pt x="1484982" y="456211"/>
                </a:lnTo>
                <a:lnTo>
                  <a:pt x="1409777" y="454993"/>
                </a:lnTo>
                <a:lnTo>
                  <a:pt x="1335648" y="453306"/>
                </a:lnTo>
                <a:lnTo>
                  <a:pt x="1262671" y="451161"/>
                </a:lnTo>
                <a:lnTo>
                  <a:pt x="1190927" y="448570"/>
                </a:lnTo>
                <a:lnTo>
                  <a:pt x="1120493" y="445544"/>
                </a:lnTo>
                <a:lnTo>
                  <a:pt x="1051449" y="442093"/>
                </a:lnTo>
                <a:lnTo>
                  <a:pt x="983872" y="438229"/>
                </a:lnTo>
                <a:lnTo>
                  <a:pt x="917843" y="433962"/>
                </a:lnTo>
                <a:lnTo>
                  <a:pt x="853439" y="429303"/>
                </a:lnTo>
                <a:lnTo>
                  <a:pt x="790739" y="424264"/>
                </a:lnTo>
                <a:lnTo>
                  <a:pt x="729822" y="418856"/>
                </a:lnTo>
                <a:lnTo>
                  <a:pt x="670767" y="413089"/>
                </a:lnTo>
                <a:lnTo>
                  <a:pt x="613652" y="406974"/>
                </a:lnTo>
                <a:lnTo>
                  <a:pt x="558556" y="400523"/>
                </a:lnTo>
                <a:lnTo>
                  <a:pt x="505557" y="393746"/>
                </a:lnTo>
                <a:lnTo>
                  <a:pt x="454735" y="386654"/>
                </a:lnTo>
                <a:lnTo>
                  <a:pt x="406168" y="379259"/>
                </a:lnTo>
                <a:lnTo>
                  <a:pt x="359935" y="371571"/>
                </a:lnTo>
                <a:lnTo>
                  <a:pt x="316114" y="363602"/>
                </a:lnTo>
                <a:lnTo>
                  <a:pt x="274784" y="355361"/>
                </a:lnTo>
                <a:lnTo>
                  <a:pt x="236024" y="346861"/>
                </a:lnTo>
                <a:lnTo>
                  <a:pt x="166529" y="329126"/>
                </a:lnTo>
                <a:lnTo>
                  <a:pt x="108257" y="310483"/>
                </a:lnTo>
                <a:lnTo>
                  <a:pt x="61839" y="291022"/>
                </a:lnTo>
                <a:lnTo>
                  <a:pt x="27903" y="270828"/>
                </a:lnTo>
                <a:lnTo>
                  <a:pt x="1783" y="239360"/>
                </a:lnTo>
                <a:lnTo>
                  <a:pt x="0" y="228600"/>
                </a:lnTo>
                <a:close/>
              </a:path>
              <a:path w="3352800" h="914400">
                <a:moveTo>
                  <a:pt x="76200" y="685800"/>
                </a:moveTo>
                <a:lnTo>
                  <a:pt x="104103" y="643571"/>
                </a:lnTo>
                <a:lnTo>
                  <a:pt x="138039" y="623377"/>
                </a:lnTo>
                <a:lnTo>
                  <a:pt x="184457" y="603916"/>
                </a:lnTo>
                <a:lnTo>
                  <a:pt x="242729" y="585273"/>
                </a:lnTo>
                <a:lnTo>
                  <a:pt x="312224" y="567538"/>
                </a:lnTo>
                <a:lnTo>
                  <a:pt x="350984" y="559038"/>
                </a:lnTo>
                <a:lnTo>
                  <a:pt x="392314" y="550797"/>
                </a:lnTo>
                <a:lnTo>
                  <a:pt x="436135" y="542828"/>
                </a:lnTo>
                <a:lnTo>
                  <a:pt x="482368" y="535140"/>
                </a:lnTo>
                <a:lnTo>
                  <a:pt x="530935" y="527745"/>
                </a:lnTo>
                <a:lnTo>
                  <a:pt x="581757" y="520653"/>
                </a:lnTo>
                <a:lnTo>
                  <a:pt x="634756" y="513876"/>
                </a:lnTo>
                <a:lnTo>
                  <a:pt x="689852" y="507425"/>
                </a:lnTo>
                <a:lnTo>
                  <a:pt x="746967" y="501310"/>
                </a:lnTo>
                <a:lnTo>
                  <a:pt x="806022" y="495543"/>
                </a:lnTo>
                <a:lnTo>
                  <a:pt x="866939" y="490135"/>
                </a:lnTo>
                <a:lnTo>
                  <a:pt x="929639" y="485096"/>
                </a:lnTo>
                <a:lnTo>
                  <a:pt x="994043" y="480437"/>
                </a:lnTo>
                <a:lnTo>
                  <a:pt x="1060072" y="476170"/>
                </a:lnTo>
                <a:lnTo>
                  <a:pt x="1127649" y="472306"/>
                </a:lnTo>
                <a:lnTo>
                  <a:pt x="1196693" y="468855"/>
                </a:lnTo>
                <a:lnTo>
                  <a:pt x="1267127" y="465829"/>
                </a:lnTo>
                <a:lnTo>
                  <a:pt x="1338871" y="463238"/>
                </a:lnTo>
                <a:lnTo>
                  <a:pt x="1411848" y="461093"/>
                </a:lnTo>
                <a:lnTo>
                  <a:pt x="1485977" y="459406"/>
                </a:lnTo>
                <a:lnTo>
                  <a:pt x="1561182" y="458188"/>
                </a:lnTo>
                <a:lnTo>
                  <a:pt x="1637382" y="457448"/>
                </a:lnTo>
                <a:lnTo>
                  <a:pt x="1714500" y="457200"/>
                </a:lnTo>
                <a:lnTo>
                  <a:pt x="1791617" y="457448"/>
                </a:lnTo>
                <a:lnTo>
                  <a:pt x="1867817" y="458188"/>
                </a:lnTo>
                <a:lnTo>
                  <a:pt x="1943022" y="459406"/>
                </a:lnTo>
                <a:lnTo>
                  <a:pt x="2017151" y="461093"/>
                </a:lnTo>
                <a:lnTo>
                  <a:pt x="2090128" y="463238"/>
                </a:lnTo>
                <a:lnTo>
                  <a:pt x="2161872" y="465829"/>
                </a:lnTo>
                <a:lnTo>
                  <a:pt x="2232306" y="468855"/>
                </a:lnTo>
                <a:lnTo>
                  <a:pt x="2301350" y="472306"/>
                </a:lnTo>
                <a:lnTo>
                  <a:pt x="2368927" y="476170"/>
                </a:lnTo>
                <a:lnTo>
                  <a:pt x="2434956" y="480437"/>
                </a:lnTo>
                <a:lnTo>
                  <a:pt x="2499360" y="485096"/>
                </a:lnTo>
                <a:lnTo>
                  <a:pt x="2562060" y="490135"/>
                </a:lnTo>
                <a:lnTo>
                  <a:pt x="2622977" y="495543"/>
                </a:lnTo>
                <a:lnTo>
                  <a:pt x="2682032" y="501310"/>
                </a:lnTo>
                <a:lnTo>
                  <a:pt x="2739147" y="507425"/>
                </a:lnTo>
                <a:lnTo>
                  <a:pt x="2794243" y="513876"/>
                </a:lnTo>
                <a:lnTo>
                  <a:pt x="2847242" y="520653"/>
                </a:lnTo>
                <a:lnTo>
                  <a:pt x="2898064" y="527745"/>
                </a:lnTo>
                <a:lnTo>
                  <a:pt x="2946631" y="535140"/>
                </a:lnTo>
                <a:lnTo>
                  <a:pt x="2992864" y="542828"/>
                </a:lnTo>
                <a:lnTo>
                  <a:pt x="3036685" y="550797"/>
                </a:lnTo>
                <a:lnTo>
                  <a:pt x="3078015" y="559038"/>
                </a:lnTo>
                <a:lnTo>
                  <a:pt x="3116775" y="567538"/>
                </a:lnTo>
                <a:lnTo>
                  <a:pt x="3186270" y="585273"/>
                </a:lnTo>
                <a:lnTo>
                  <a:pt x="3244542" y="603916"/>
                </a:lnTo>
                <a:lnTo>
                  <a:pt x="3290960" y="623377"/>
                </a:lnTo>
                <a:lnTo>
                  <a:pt x="3324896" y="643571"/>
                </a:lnTo>
                <a:lnTo>
                  <a:pt x="3351016" y="675039"/>
                </a:lnTo>
                <a:lnTo>
                  <a:pt x="3352800" y="685800"/>
                </a:lnTo>
                <a:lnTo>
                  <a:pt x="3351016" y="696561"/>
                </a:lnTo>
                <a:lnTo>
                  <a:pt x="3345719" y="707194"/>
                </a:lnTo>
                <a:lnTo>
                  <a:pt x="3309528" y="738215"/>
                </a:lnTo>
                <a:lnTo>
                  <a:pt x="3269272" y="758054"/>
                </a:lnTo>
                <a:lnTo>
                  <a:pt x="3216848" y="777118"/>
                </a:lnTo>
                <a:lnTo>
                  <a:pt x="3152886" y="795318"/>
                </a:lnTo>
                <a:lnTo>
                  <a:pt x="3078015" y="812567"/>
                </a:lnTo>
                <a:lnTo>
                  <a:pt x="3036685" y="820807"/>
                </a:lnTo>
                <a:lnTo>
                  <a:pt x="2992864" y="828776"/>
                </a:lnTo>
                <a:lnTo>
                  <a:pt x="2946631" y="836464"/>
                </a:lnTo>
                <a:lnTo>
                  <a:pt x="2898064" y="843859"/>
                </a:lnTo>
                <a:lnTo>
                  <a:pt x="2847242" y="850951"/>
                </a:lnTo>
                <a:lnTo>
                  <a:pt x="2794243" y="857727"/>
                </a:lnTo>
                <a:lnTo>
                  <a:pt x="2739147" y="864178"/>
                </a:lnTo>
                <a:lnTo>
                  <a:pt x="2682032" y="870293"/>
                </a:lnTo>
                <a:lnTo>
                  <a:pt x="2622977" y="876059"/>
                </a:lnTo>
                <a:lnTo>
                  <a:pt x="2562060" y="881467"/>
                </a:lnTo>
                <a:lnTo>
                  <a:pt x="2499360" y="886506"/>
                </a:lnTo>
                <a:lnTo>
                  <a:pt x="2434956" y="891164"/>
                </a:lnTo>
                <a:lnTo>
                  <a:pt x="2368927" y="895431"/>
                </a:lnTo>
                <a:lnTo>
                  <a:pt x="2301350" y="899295"/>
                </a:lnTo>
                <a:lnTo>
                  <a:pt x="2232306" y="902745"/>
                </a:lnTo>
                <a:lnTo>
                  <a:pt x="2161872" y="905771"/>
                </a:lnTo>
                <a:lnTo>
                  <a:pt x="2090128" y="908362"/>
                </a:lnTo>
                <a:lnTo>
                  <a:pt x="2017151" y="910506"/>
                </a:lnTo>
                <a:lnTo>
                  <a:pt x="1943022" y="912193"/>
                </a:lnTo>
                <a:lnTo>
                  <a:pt x="1867817" y="913412"/>
                </a:lnTo>
                <a:lnTo>
                  <a:pt x="1791617" y="914151"/>
                </a:lnTo>
                <a:lnTo>
                  <a:pt x="1714500" y="914400"/>
                </a:lnTo>
                <a:lnTo>
                  <a:pt x="1637382" y="914151"/>
                </a:lnTo>
                <a:lnTo>
                  <a:pt x="1561182" y="913412"/>
                </a:lnTo>
                <a:lnTo>
                  <a:pt x="1485977" y="912193"/>
                </a:lnTo>
                <a:lnTo>
                  <a:pt x="1411848" y="910506"/>
                </a:lnTo>
                <a:lnTo>
                  <a:pt x="1338871" y="908362"/>
                </a:lnTo>
                <a:lnTo>
                  <a:pt x="1267127" y="905771"/>
                </a:lnTo>
                <a:lnTo>
                  <a:pt x="1196693" y="902745"/>
                </a:lnTo>
                <a:lnTo>
                  <a:pt x="1127649" y="899295"/>
                </a:lnTo>
                <a:lnTo>
                  <a:pt x="1060072" y="895431"/>
                </a:lnTo>
                <a:lnTo>
                  <a:pt x="994043" y="891164"/>
                </a:lnTo>
                <a:lnTo>
                  <a:pt x="929639" y="886506"/>
                </a:lnTo>
                <a:lnTo>
                  <a:pt x="866939" y="881467"/>
                </a:lnTo>
                <a:lnTo>
                  <a:pt x="806022" y="876059"/>
                </a:lnTo>
                <a:lnTo>
                  <a:pt x="746967" y="870293"/>
                </a:lnTo>
                <a:lnTo>
                  <a:pt x="689852" y="864178"/>
                </a:lnTo>
                <a:lnTo>
                  <a:pt x="634756" y="857727"/>
                </a:lnTo>
                <a:lnTo>
                  <a:pt x="581757" y="850951"/>
                </a:lnTo>
                <a:lnTo>
                  <a:pt x="530935" y="843859"/>
                </a:lnTo>
                <a:lnTo>
                  <a:pt x="482368" y="836464"/>
                </a:lnTo>
                <a:lnTo>
                  <a:pt x="436135" y="828776"/>
                </a:lnTo>
                <a:lnTo>
                  <a:pt x="392314" y="820807"/>
                </a:lnTo>
                <a:lnTo>
                  <a:pt x="350984" y="812567"/>
                </a:lnTo>
                <a:lnTo>
                  <a:pt x="312224" y="804067"/>
                </a:lnTo>
                <a:lnTo>
                  <a:pt x="242729" y="786331"/>
                </a:lnTo>
                <a:lnTo>
                  <a:pt x="184457" y="767688"/>
                </a:lnTo>
                <a:lnTo>
                  <a:pt x="138039" y="748226"/>
                </a:lnTo>
                <a:lnTo>
                  <a:pt x="104103" y="728032"/>
                </a:lnTo>
                <a:lnTo>
                  <a:pt x="77983" y="696561"/>
                </a:lnTo>
                <a:lnTo>
                  <a:pt x="76200" y="685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23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279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 sz="2900" spc="-10"/>
              <a:t>Composition</a:t>
            </a:r>
            <a:endParaRPr sz="2900"/>
          </a:p>
        </p:txBody>
      </p:sp>
      <p:sp>
        <p:nvSpPr>
          <p:cNvPr id="5" name="object 5" descr=""/>
          <p:cNvSpPr txBox="1"/>
          <p:nvPr/>
        </p:nvSpPr>
        <p:spPr>
          <a:xfrm>
            <a:off x="688340" y="1473450"/>
            <a:ext cx="5302250" cy="22205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Form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0" b="1">
                <a:latin typeface="Times New Roman"/>
                <a:cs typeface="Times New Roman"/>
              </a:rPr>
              <a:t> aggregation.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For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relationship: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“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contains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”.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Strong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ownership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/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binding.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Parts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belong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one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whole.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B1B1B1"/>
              </a:buClr>
              <a:buSzPct val="89583"/>
              <a:buFont typeface="Wingdings"/>
              <a:buChar char="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Parts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do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change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during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execution.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52800" y="4078351"/>
            <a:ext cx="5715000" cy="2018030"/>
          </a:xfrm>
          <a:prstGeom prst="rect">
            <a:avLst/>
          </a:prstGeom>
          <a:solidFill>
            <a:srgbClr val="CC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1800" b="1">
                <a:latin typeface="Times New Roman"/>
                <a:cs typeface="Times New Roman"/>
              </a:rPr>
              <a:t>public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class</a:t>
            </a:r>
            <a:r>
              <a:rPr dirty="0" sz="1800" spc="-105" b="1"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Times New Roman"/>
                <a:cs typeface="Times New Roman"/>
              </a:rPr>
              <a:t>Automobile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dirty="0" sz="1800" spc="-50" b="1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075" marR="271780">
              <a:lnSpc>
                <a:spcPct val="150000"/>
              </a:lnSpc>
              <a:spcBef>
                <a:spcPts val="5"/>
              </a:spcBef>
            </a:pPr>
            <a:r>
              <a:rPr dirty="0" sz="1800" b="1">
                <a:latin typeface="Times New Roman"/>
                <a:cs typeface="Times New Roman"/>
              </a:rPr>
              <a:t>private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final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0000CC"/>
                </a:solidFill>
                <a:latin typeface="Times New Roman"/>
                <a:cs typeface="Times New Roman"/>
              </a:rPr>
              <a:t>Transmission</a:t>
            </a:r>
            <a:r>
              <a:rPr dirty="0" sz="1800" spc="-1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drive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=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new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Transmission(); </a:t>
            </a:r>
            <a:r>
              <a:rPr dirty="0" sz="1800" b="1">
                <a:latin typeface="Times New Roman"/>
                <a:cs typeface="Times New Roman"/>
              </a:rPr>
              <a:t>private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final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0000CC"/>
                </a:solidFill>
                <a:latin typeface="Times New Roman"/>
                <a:cs typeface="Times New Roman"/>
              </a:rPr>
              <a:t>Motor</a:t>
            </a:r>
            <a:r>
              <a:rPr dirty="0" sz="1800" spc="-5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engine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=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new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Motor();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075"/>
              </a:spcBef>
            </a:pPr>
            <a:r>
              <a:rPr dirty="0" sz="1800" spc="-50" b="1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00773" y="5050535"/>
          <a:ext cx="1005205" cy="54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7100"/>
              </a:tblGrid>
              <a:tr h="285750"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Motor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208786" y="3931348"/>
          <a:ext cx="1421130" cy="54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/>
              </a:tblGrid>
              <a:tr h="285750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Automobile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1272286" y="4475860"/>
            <a:ext cx="401955" cy="562610"/>
            <a:chOff x="1272286" y="4475860"/>
            <a:chExt cx="401955" cy="562610"/>
          </a:xfrm>
        </p:grpSpPr>
        <p:sp>
          <p:nvSpPr>
            <p:cNvPr id="10" name="object 10" descr=""/>
            <p:cNvSpPr/>
            <p:nvPr/>
          </p:nvSpPr>
          <p:spPr>
            <a:xfrm>
              <a:off x="1273175" y="4476749"/>
              <a:ext cx="400050" cy="560705"/>
            </a:xfrm>
            <a:custGeom>
              <a:avLst/>
              <a:gdLst/>
              <a:ahLst/>
              <a:cxnLst/>
              <a:rect l="l" t="t" r="r" b="b"/>
              <a:pathLst>
                <a:path w="400050" h="560704">
                  <a:moveTo>
                    <a:pt x="208025" y="287274"/>
                  </a:moveTo>
                  <a:lnTo>
                    <a:pt x="0" y="560324"/>
                  </a:lnTo>
                </a:path>
                <a:path w="400050" h="560704">
                  <a:moveTo>
                    <a:pt x="208025" y="287400"/>
                  </a:moveTo>
                  <a:lnTo>
                    <a:pt x="400050" y="0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936" y="4475860"/>
              <a:ext cx="146176" cy="206628"/>
            </a:xfrm>
            <a:prstGeom prst="rect">
              <a:avLst/>
            </a:prstGeom>
          </p:spPr>
        </p:pic>
      </p:grp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704085" y="5050535"/>
          <a:ext cx="1581785" cy="54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3680"/>
              </a:tblGrid>
              <a:tr h="285750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Transmission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 descr=""/>
          <p:cNvGrpSpPr/>
          <p:nvPr/>
        </p:nvGrpSpPr>
        <p:grpSpPr>
          <a:xfrm>
            <a:off x="2008885" y="4475860"/>
            <a:ext cx="305435" cy="562610"/>
            <a:chOff x="2008885" y="4475860"/>
            <a:chExt cx="305435" cy="562610"/>
          </a:xfrm>
        </p:grpSpPr>
        <p:sp>
          <p:nvSpPr>
            <p:cNvPr id="14" name="object 14" descr=""/>
            <p:cNvSpPr/>
            <p:nvPr/>
          </p:nvSpPr>
          <p:spPr>
            <a:xfrm>
              <a:off x="2025649" y="4476749"/>
              <a:ext cx="287655" cy="560705"/>
            </a:xfrm>
            <a:custGeom>
              <a:avLst/>
              <a:gdLst/>
              <a:ahLst/>
              <a:cxnLst/>
              <a:rect l="l" t="t" r="r" b="b"/>
              <a:pathLst>
                <a:path w="287655" h="560704">
                  <a:moveTo>
                    <a:pt x="142875" y="287274"/>
                  </a:moveTo>
                  <a:lnTo>
                    <a:pt x="287400" y="560324"/>
                  </a:lnTo>
                </a:path>
                <a:path w="287655" h="560704">
                  <a:moveTo>
                    <a:pt x="142875" y="2874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8885" y="4475860"/>
              <a:ext cx="144652" cy="2208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9730" rIns="0" bIns="0" rtlCol="0" vert="horz">
            <a:spAutoFit/>
          </a:bodyPr>
          <a:lstStyle/>
          <a:p>
            <a:pPr marL="698500" marR="508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Composition</a:t>
            </a:r>
            <a:r>
              <a:rPr dirty="0" sz="2900" spc="-50"/>
              <a:t> </a:t>
            </a:r>
            <a:r>
              <a:rPr dirty="0" sz="2900"/>
              <a:t>Example</a:t>
            </a:r>
            <a:r>
              <a:rPr dirty="0" sz="2900" spc="-30"/>
              <a:t> </a:t>
            </a:r>
            <a:r>
              <a:rPr dirty="0" sz="2900"/>
              <a:t>1</a:t>
            </a:r>
            <a:r>
              <a:rPr dirty="0" sz="2900" spc="-30"/>
              <a:t> </a:t>
            </a:r>
            <a:r>
              <a:rPr dirty="0" sz="2900"/>
              <a:t>–</a:t>
            </a:r>
            <a:r>
              <a:rPr dirty="0" sz="2900" spc="-15"/>
              <a:t> </a:t>
            </a:r>
            <a:r>
              <a:rPr dirty="0" sz="2900"/>
              <a:t>A</a:t>
            </a:r>
            <a:r>
              <a:rPr dirty="0" sz="2900" spc="5"/>
              <a:t> </a:t>
            </a:r>
            <a:r>
              <a:rPr dirty="0" sz="2900">
                <a:solidFill>
                  <a:srgbClr val="0000CC"/>
                </a:solidFill>
              </a:rPr>
              <a:t>Person</a:t>
            </a:r>
            <a:r>
              <a:rPr dirty="0" sz="2900" spc="-20">
                <a:solidFill>
                  <a:srgbClr val="0000CC"/>
                </a:solidFill>
              </a:rPr>
              <a:t> </a:t>
            </a:r>
            <a:r>
              <a:rPr dirty="0" sz="2900"/>
              <a:t>has</a:t>
            </a:r>
            <a:r>
              <a:rPr dirty="0" sz="2900" spc="-10"/>
              <a:t> </a:t>
            </a:r>
            <a:r>
              <a:rPr dirty="0" sz="2900"/>
              <a:t>a</a:t>
            </a:r>
            <a:r>
              <a:rPr dirty="0" sz="2900" spc="-20"/>
              <a:t> </a:t>
            </a:r>
            <a:r>
              <a:rPr dirty="0" sz="2900" spc="-20">
                <a:solidFill>
                  <a:srgbClr val="0000CC"/>
                </a:solidFill>
              </a:rPr>
              <a:t>name </a:t>
            </a:r>
            <a:r>
              <a:rPr dirty="0" sz="2900"/>
              <a:t>and</a:t>
            </a:r>
            <a:r>
              <a:rPr dirty="0" sz="2900" spc="-25"/>
              <a:t> </a:t>
            </a:r>
            <a:r>
              <a:rPr dirty="0" sz="2900"/>
              <a:t>an </a:t>
            </a:r>
            <a:r>
              <a:rPr dirty="0" sz="2900" spc="-10">
                <a:solidFill>
                  <a:srgbClr val="0000CC"/>
                </a:solidFill>
              </a:rPr>
              <a:t>address</a:t>
            </a:r>
            <a:endParaRPr sz="29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42048" y="3632834"/>
          <a:ext cx="2635885" cy="1497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7780"/>
              </a:tblGrid>
              <a:tr h="226695"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100" spc="-20">
                          <a:latin typeface="Arial"/>
                          <a:cs typeface="Arial"/>
                        </a:rPr>
                        <a:t>Name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255270" marR="1318895">
                        <a:lnSpc>
                          <a:spcPct val="105200"/>
                        </a:lnSpc>
                        <a:spcBef>
                          <a:spcPts val="9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firstName</a:t>
                      </a:r>
                      <a:r>
                        <a:rPr dirty="0" sz="10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String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lastName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  <a:tr h="839469">
                <a:tc>
                  <a:txBody>
                    <a:bodyPr/>
                    <a:lstStyle/>
                    <a:p>
                      <a:pPr marL="255270" marR="671830">
                        <a:lnSpc>
                          <a:spcPct val="106400"/>
                        </a:lnSpc>
                        <a:spcBef>
                          <a:spcPts val="489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Name(String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first,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last)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getFirstName()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55270" marR="1090930">
                        <a:lnSpc>
                          <a:spcPct val="10620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getLastName()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getFullName()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204461" y="4334573"/>
          <a:ext cx="4831080" cy="218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0"/>
                <a:gridCol w="924560"/>
              </a:tblGrid>
              <a:tr h="225425">
                <a:tc gridSpan="2">
                  <a:txBody>
                    <a:bodyPr/>
                    <a:lstStyle/>
                    <a:p>
                      <a:pPr algn="ctr" marR="1333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Address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3515">
                <a:tc gridSpan="2">
                  <a:txBody>
                    <a:bodyPr/>
                    <a:lstStyle/>
                    <a:p>
                      <a:pPr marL="254635">
                        <a:lnSpc>
                          <a:spcPts val="1190"/>
                        </a:lnSpc>
                        <a:spcBef>
                          <a:spcPts val="15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street</a:t>
                      </a:r>
                      <a:r>
                        <a:rPr dirty="0" sz="10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685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290">
                <a:tc gridSpan="2">
                  <a:txBody>
                    <a:bodyPr/>
                    <a:lstStyle/>
                    <a:p>
                      <a:pPr marL="254635">
                        <a:lnSpc>
                          <a:spcPts val="1175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city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5575">
                <a:tc gridSpan="2">
                  <a:txBody>
                    <a:bodyPr/>
                    <a:lstStyle/>
                    <a:p>
                      <a:pPr marL="254635">
                        <a:lnSpc>
                          <a:spcPts val="113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state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4320">
                <a:tc gridSpan="2"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zip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String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265">
                <a:tc>
                  <a:txBody>
                    <a:bodyPr/>
                    <a:lstStyle/>
                    <a:p>
                      <a:pPr marL="254635">
                        <a:lnSpc>
                          <a:spcPts val="1195"/>
                        </a:lnSpc>
                        <a:spcBef>
                          <a:spcPts val="405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Address(String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street,</a:t>
                      </a:r>
                      <a:r>
                        <a:rPr dirty="0" sz="10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city,</a:t>
                      </a:r>
                      <a:r>
                        <a:rPr dirty="0" sz="10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state,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zip)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3175">
                      <a:solidFill>
                        <a:srgbClr val="990033"/>
                      </a:solidFill>
                      <a:prstDash val="solid"/>
                    </a:lnL>
                    <a:lnT w="3175">
                      <a:solidFill>
                        <a:srgbClr val="9900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254635">
                        <a:lnSpc>
                          <a:spcPts val="1175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getStreet()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254635">
                        <a:lnSpc>
                          <a:spcPts val="1175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getCity()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254635">
                        <a:lnSpc>
                          <a:spcPts val="1175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getState()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</a:tr>
              <a:tr h="160655">
                <a:tc>
                  <a:txBody>
                    <a:bodyPr/>
                    <a:lstStyle/>
                    <a:p>
                      <a:pPr marL="254635">
                        <a:lnSpc>
                          <a:spcPts val="1170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getZip()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254635">
                        <a:lnSpc>
                          <a:spcPts val="905"/>
                        </a:lnSpc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getFullAddress()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919"/>
                        </a:lnSpc>
                      </a:pPr>
                      <a:r>
                        <a:rPr dirty="0" sz="1000" spc="-25">
                          <a:latin typeface="Arial"/>
                          <a:cs typeface="Arial"/>
                        </a:rPr>
                        <a:t>24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3175">
                      <a:solidFill>
                        <a:srgbClr val="990033"/>
                      </a:solidFill>
                      <a:prstDash val="solid"/>
                    </a:lnR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684212" y="3883086"/>
            <a:ext cx="214629" cy="322580"/>
            <a:chOff x="684212" y="3883086"/>
            <a:chExt cx="214629" cy="32258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12" y="3883086"/>
              <a:ext cx="214323" cy="32213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212" y="4043299"/>
              <a:ext cx="214323" cy="161925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684212" y="4367148"/>
            <a:ext cx="214629" cy="646430"/>
            <a:chOff x="684212" y="4367148"/>
            <a:chExt cx="214629" cy="64643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212" y="4367148"/>
              <a:ext cx="214323" cy="3238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212" y="4529073"/>
              <a:ext cx="214323" cy="3238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212" y="4690998"/>
              <a:ext cx="214323" cy="32232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212" y="4852985"/>
              <a:ext cx="214323" cy="160339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4244975" y="4583048"/>
            <a:ext cx="214629" cy="646430"/>
            <a:chOff x="4244975" y="4583048"/>
            <a:chExt cx="214629" cy="646430"/>
          </a:xfrm>
        </p:grpSpPr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4975" y="4583048"/>
              <a:ext cx="214323" cy="32397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4975" y="4744973"/>
              <a:ext cx="214323" cy="32232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4975" y="4906960"/>
              <a:ext cx="214323" cy="322264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4975" y="5067300"/>
            <a:ext cx="214323" cy="161925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4244975" y="5391150"/>
            <a:ext cx="214629" cy="970280"/>
            <a:chOff x="4244975" y="5391150"/>
            <a:chExt cx="214629" cy="970280"/>
          </a:xfrm>
        </p:grpSpPr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4975" y="5391150"/>
              <a:ext cx="214323" cy="3238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4975" y="5553075"/>
              <a:ext cx="214323" cy="3238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4975" y="5715000"/>
              <a:ext cx="214323" cy="3238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44975" y="5876925"/>
              <a:ext cx="214323" cy="32226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4975" y="6038847"/>
              <a:ext cx="214323" cy="32226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44975" y="6199187"/>
              <a:ext cx="214323" cy="161925"/>
            </a:xfrm>
            <a:prstGeom prst="rect">
              <a:avLst/>
            </a:prstGeom>
          </p:spPr>
        </p:pic>
      </p:grp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2691510" y="1542161"/>
          <a:ext cx="3062605" cy="1153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0"/>
              </a:tblGrid>
              <a:tr h="226695">
                <a:tc>
                  <a:txBody>
                    <a:bodyPr/>
                    <a:lstStyle/>
                    <a:p>
                      <a:pPr algn="ctr" marR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latin typeface="Arial"/>
                          <a:cs typeface="Arial"/>
                        </a:rPr>
                        <a:t>Person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  <a:tr h="85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  <a:tr h="841375">
                <a:tc>
                  <a:txBody>
                    <a:bodyPr/>
                    <a:lstStyle/>
                    <a:p>
                      <a:pPr marL="254000" marR="771525">
                        <a:lnSpc>
                          <a:spcPct val="106300"/>
                        </a:lnSpc>
                        <a:spcBef>
                          <a:spcPts val="660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Person(Name</a:t>
                      </a:r>
                      <a:r>
                        <a:rPr dirty="0" sz="10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nama,</a:t>
                      </a:r>
                      <a:r>
                        <a:rPr dirty="0" sz="10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Address</a:t>
                      </a:r>
                      <a:r>
                        <a:rPr dirty="0" sz="10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latin typeface="Arial"/>
                          <a:cs typeface="Arial"/>
                        </a:rPr>
                        <a:t>add)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Name</a:t>
                      </a:r>
                      <a:r>
                        <a:rPr dirty="0" sz="10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getName()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254000" marR="1501775">
                        <a:lnSpc>
                          <a:spcPts val="1280"/>
                        </a:lnSpc>
                        <a:spcBef>
                          <a:spcPts val="5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Address</a:t>
                      </a:r>
                      <a:r>
                        <a:rPr dirty="0" sz="10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getAddress()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String</a:t>
                      </a:r>
                      <a:r>
                        <a:rPr dirty="0" sz="10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toString()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3820">
                    <a:lnL w="3175">
                      <a:solidFill>
                        <a:srgbClr val="990033"/>
                      </a:solidFill>
                      <a:prstDash val="solid"/>
                    </a:lnL>
                    <a:lnR w="3175">
                      <a:solidFill>
                        <a:srgbClr val="990033"/>
                      </a:solidFill>
                      <a:prstDash val="solid"/>
                    </a:lnR>
                    <a:lnT w="3175">
                      <a:solidFill>
                        <a:srgbClr val="990033"/>
                      </a:solidFill>
                      <a:prstDash val="solid"/>
                    </a:lnT>
                    <a:lnB w="3175">
                      <a:solidFill>
                        <a:srgbClr val="9900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7" name="object 27" descr=""/>
          <p:cNvGrpSpPr/>
          <p:nvPr/>
        </p:nvGrpSpPr>
        <p:grpSpPr>
          <a:xfrm>
            <a:off x="2732151" y="1952625"/>
            <a:ext cx="214629" cy="647700"/>
            <a:chOff x="2732151" y="1952625"/>
            <a:chExt cx="214629" cy="647700"/>
          </a:xfrm>
        </p:grpSpPr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2151" y="1952625"/>
              <a:ext cx="214323" cy="32385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2151" y="2114550"/>
              <a:ext cx="214323" cy="32385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2151" y="2276475"/>
              <a:ext cx="214323" cy="32385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2151" y="2438400"/>
              <a:ext cx="214323" cy="161925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2664586" y="2696210"/>
            <a:ext cx="925830" cy="929005"/>
            <a:chOff x="2664586" y="2696210"/>
            <a:chExt cx="925830" cy="929005"/>
          </a:xfrm>
        </p:grpSpPr>
        <p:sp>
          <p:nvSpPr>
            <p:cNvPr id="33" name="object 33" descr=""/>
            <p:cNvSpPr/>
            <p:nvPr/>
          </p:nvSpPr>
          <p:spPr>
            <a:xfrm>
              <a:off x="2665475" y="2697099"/>
              <a:ext cx="923925" cy="927735"/>
            </a:xfrm>
            <a:custGeom>
              <a:avLst/>
              <a:gdLst/>
              <a:ahLst/>
              <a:cxnLst/>
              <a:rect l="l" t="t" r="r" b="b"/>
              <a:pathLst>
                <a:path w="923925" h="927735">
                  <a:moveTo>
                    <a:pt x="468249" y="463550"/>
                  </a:moveTo>
                  <a:lnTo>
                    <a:pt x="0" y="927226"/>
                  </a:lnTo>
                </a:path>
                <a:path w="923925" h="927735">
                  <a:moveTo>
                    <a:pt x="468249" y="463550"/>
                  </a:moveTo>
                  <a:lnTo>
                    <a:pt x="923925" y="0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3510" y="2696210"/>
              <a:ext cx="136778" cy="152653"/>
            </a:xfrm>
            <a:prstGeom prst="rect">
              <a:avLst/>
            </a:prstGeom>
          </p:spPr>
        </p:pic>
      </p:grpSp>
      <p:sp>
        <p:nvSpPr>
          <p:cNvPr id="35" name="object 35" descr=""/>
          <p:cNvSpPr/>
          <p:nvPr/>
        </p:nvSpPr>
        <p:spPr>
          <a:xfrm>
            <a:off x="4606925" y="2697098"/>
            <a:ext cx="1177925" cy="1627505"/>
          </a:xfrm>
          <a:custGeom>
            <a:avLst/>
            <a:gdLst/>
            <a:ahLst/>
            <a:cxnLst/>
            <a:rect l="l" t="t" r="r" b="b"/>
            <a:pathLst>
              <a:path w="1177925" h="1627504">
                <a:moveTo>
                  <a:pt x="574675" y="819276"/>
                </a:moveTo>
                <a:lnTo>
                  <a:pt x="1177925" y="1627251"/>
                </a:lnTo>
              </a:path>
              <a:path w="1177925" h="1627504">
                <a:moveTo>
                  <a:pt x="574675" y="819276"/>
                </a:moveTo>
                <a:lnTo>
                  <a:pt x="0" y="0"/>
                </a:lnTo>
              </a:path>
              <a:path w="1177925" h="1627504">
                <a:moveTo>
                  <a:pt x="0" y="0"/>
                </a:moveTo>
                <a:lnTo>
                  <a:pt x="106425" y="53975"/>
                </a:lnTo>
                <a:lnTo>
                  <a:pt x="106425" y="161925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99003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25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279" rIns="0" bIns="0" rtlCol="0" vert="horz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Composition</a:t>
            </a:r>
            <a:r>
              <a:rPr dirty="0" sz="2900" spc="-65"/>
              <a:t> </a:t>
            </a:r>
            <a:r>
              <a:rPr dirty="0" sz="2900"/>
              <a:t>Example</a:t>
            </a:r>
            <a:r>
              <a:rPr dirty="0" sz="2900" spc="-20"/>
              <a:t> </a:t>
            </a:r>
            <a:r>
              <a:rPr dirty="0" sz="2900"/>
              <a:t>1 –</a:t>
            </a:r>
            <a:r>
              <a:rPr dirty="0" sz="2900" spc="-5"/>
              <a:t> </a:t>
            </a:r>
            <a:r>
              <a:rPr dirty="0" sz="2900"/>
              <a:t>Name </a:t>
            </a:r>
            <a:r>
              <a:rPr dirty="0" sz="2900" spc="-10"/>
              <a:t>class</a:t>
            </a:r>
            <a:endParaRPr sz="2900"/>
          </a:p>
        </p:txBody>
      </p:sp>
      <p:sp>
        <p:nvSpPr>
          <p:cNvPr id="5" name="object 5" descr=""/>
          <p:cNvSpPr txBox="1"/>
          <p:nvPr/>
        </p:nvSpPr>
        <p:spPr>
          <a:xfrm>
            <a:off x="688340" y="1546605"/>
            <a:ext cx="2360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public</a:t>
            </a:r>
            <a:r>
              <a:rPr dirty="0" sz="24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class</a:t>
            </a:r>
            <a:r>
              <a:rPr dirty="0" sz="24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8340" y="2095322"/>
            <a:ext cx="1460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02994" y="1912320"/>
            <a:ext cx="6336665" cy="167195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private</a:t>
            </a:r>
            <a:r>
              <a:rPr dirty="0" sz="2400" spc="-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4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00CC"/>
                </a:solidFill>
                <a:latin typeface="Times New Roman"/>
                <a:cs typeface="Times New Roman"/>
              </a:rPr>
              <a:t>firstName;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private</a:t>
            </a:r>
            <a:r>
              <a:rPr dirty="0" sz="2400" spc="-6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4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00CC"/>
                </a:solidFill>
                <a:latin typeface="Times New Roman"/>
                <a:cs typeface="Times New Roman"/>
              </a:rPr>
              <a:t>lastName;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public</a:t>
            </a:r>
            <a:r>
              <a:rPr dirty="0" sz="2400" spc="-6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Name(String</a:t>
            </a: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firstName,</a:t>
            </a: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00CC"/>
                </a:solidFill>
                <a:latin typeface="Times New Roman"/>
                <a:cs typeface="Times New Roman"/>
              </a:rPr>
              <a:t>lastName)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02994" y="3741496"/>
            <a:ext cx="1460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17775" y="3558494"/>
            <a:ext cx="3464560" cy="112331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spc="-10" b="1">
                <a:solidFill>
                  <a:srgbClr val="0000CC"/>
                </a:solidFill>
                <a:latin typeface="Times New Roman"/>
                <a:cs typeface="Times New Roman"/>
              </a:rPr>
              <a:t>this.firstName=firstName;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solidFill>
                  <a:srgbClr val="0000CC"/>
                </a:solidFill>
                <a:latin typeface="Times New Roman"/>
                <a:cs typeface="Times New Roman"/>
              </a:rPr>
              <a:t>this.lastName=lastName;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02994" y="4656632"/>
            <a:ext cx="5770880" cy="167132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public</a:t>
            </a:r>
            <a:r>
              <a:rPr dirty="0" sz="24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400" spc="-10" b="1">
                <a:solidFill>
                  <a:srgbClr val="0000CC"/>
                </a:solidFill>
                <a:latin typeface="Times New Roman"/>
                <a:cs typeface="Times New Roman"/>
              </a:rPr>
              <a:t> getFullName()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927100" algn="l"/>
              </a:tabLst>
            </a:pP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	return</a:t>
            </a:r>
            <a:r>
              <a:rPr dirty="0" sz="2400" spc="-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firstName</a:t>
            </a:r>
            <a:r>
              <a:rPr dirty="0" sz="24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dirty="0" sz="24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'</a:t>
            </a:r>
            <a:r>
              <a:rPr dirty="0" sz="2400" spc="-3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'</a:t>
            </a:r>
            <a:r>
              <a:rPr dirty="0" sz="2400" spc="-3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dirty="0" sz="24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lastName;</a:t>
            </a:r>
            <a:r>
              <a:rPr dirty="0" sz="2400" spc="-3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r>
              <a:rPr dirty="0" sz="2400" spc="-3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400" spc="-50" b="1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1700530"/>
            <a:ext cx="2207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public</a:t>
            </a:r>
            <a:r>
              <a:rPr dirty="0" sz="2000" spc="-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class</a:t>
            </a:r>
            <a:r>
              <a:rPr dirty="0" sz="2000" spc="-1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Address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8340" y="2157806"/>
            <a:ext cx="12636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02994" y="2005895"/>
            <a:ext cx="2292350" cy="940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private</a:t>
            </a: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street;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private</a:t>
            </a:r>
            <a:r>
              <a:rPr dirty="0" sz="20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state;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46828" y="2005895"/>
            <a:ext cx="2084705" cy="9404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private</a:t>
            </a: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city;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private</a:t>
            </a:r>
            <a:r>
              <a:rPr dirty="0" sz="20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zip;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02994" y="3072511"/>
            <a:ext cx="69596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public</a:t>
            </a:r>
            <a:r>
              <a:rPr dirty="0" sz="2000" spc="-1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Address(String</a:t>
            </a:r>
            <a:r>
              <a:rPr dirty="0" sz="2000" spc="-6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street,</a:t>
            </a:r>
            <a:r>
              <a:rPr dirty="0" sz="20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city,</a:t>
            </a:r>
            <a:r>
              <a:rPr dirty="0" sz="2000" spc="-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state,</a:t>
            </a:r>
            <a:r>
              <a:rPr dirty="0" sz="2000" spc="-4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zip)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02994" y="3529965"/>
            <a:ext cx="1257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17775" y="3378174"/>
            <a:ext cx="204279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this.street</a:t>
            </a:r>
            <a:r>
              <a:rPr dirty="0" sz="2000" spc="-6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0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street;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this.city</a:t>
            </a:r>
            <a:r>
              <a:rPr dirty="0" sz="2000" spc="-6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city;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this.state</a:t>
            </a: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 state;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02994" y="5816295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17775" y="4750206"/>
            <a:ext cx="5201285" cy="13970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1841500" algn="l"/>
              </a:tabLst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this.zip</a:t>
            </a:r>
            <a:r>
              <a:rPr dirty="0" sz="2000" spc="-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dirty="0" sz="2000" spc="-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zip;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public</a:t>
            </a:r>
            <a:r>
              <a:rPr dirty="0" sz="20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r>
              <a:rPr dirty="0" sz="2000" spc="-1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getFullAddress()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return</a:t>
            </a:r>
            <a:r>
              <a:rPr dirty="0" sz="2000" spc="-4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street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+'\n'</a:t>
            </a:r>
            <a:r>
              <a:rPr dirty="0" sz="2000" spc="-3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city+</a:t>
            </a:r>
            <a:r>
              <a:rPr dirty="0" sz="20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",</a:t>
            </a:r>
            <a:r>
              <a:rPr dirty="0" sz="2000" spc="-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+state+</a:t>
            </a:r>
            <a:r>
              <a:rPr dirty="0" sz="2000" spc="-3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'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'</a:t>
            </a:r>
            <a:r>
              <a:rPr dirty="0" sz="2000" spc="-1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+zip</a:t>
            </a:r>
            <a:r>
              <a:rPr dirty="0" sz="2000" spc="-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00CC"/>
                </a:solidFill>
                <a:latin typeface="Times New Roman"/>
                <a:cs typeface="Times New Roman"/>
              </a:rPr>
              <a:t>;</a:t>
            </a:r>
            <a:r>
              <a:rPr dirty="0" sz="2000" spc="-2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8340" y="6273495"/>
            <a:ext cx="1257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279" rIns="0" bIns="0" rtlCol="0" vert="horz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Composition</a:t>
            </a:r>
            <a:r>
              <a:rPr dirty="0" sz="2900" spc="-60"/>
              <a:t> </a:t>
            </a:r>
            <a:r>
              <a:rPr dirty="0" sz="2900"/>
              <a:t>Example</a:t>
            </a:r>
            <a:r>
              <a:rPr dirty="0" sz="2900" spc="-35"/>
              <a:t> </a:t>
            </a:r>
            <a:r>
              <a:rPr dirty="0" sz="2900"/>
              <a:t>1</a:t>
            </a:r>
            <a:r>
              <a:rPr dirty="0" sz="2900" spc="-10"/>
              <a:t> </a:t>
            </a:r>
            <a:r>
              <a:rPr dirty="0" sz="2900"/>
              <a:t>–</a:t>
            </a:r>
            <a:r>
              <a:rPr dirty="0" sz="2900" spc="-170"/>
              <a:t> </a:t>
            </a:r>
            <a:r>
              <a:rPr dirty="0" sz="2900"/>
              <a:t>Address</a:t>
            </a:r>
            <a:r>
              <a:rPr dirty="0" sz="2900" spc="-40"/>
              <a:t> </a:t>
            </a:r>
            <a:r>
              <a:rPr dirty="0" sz="2900" spc="-10"/>
              <a:t>class</a:t>
            </a:r>
            <a:endParaRPr sz="2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27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1564894"/>
            <a:ext cx="22606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rebuchet MS"/>
                <a:cs typeface="Trebuchet MS"/>
              </a:rPr>
              <a:t>public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class</a:t>
            </a:r>
            <a:r>
              <a:rPr dirty="0" sz="2000" spc="-20" b="1"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0000CC"/>
                </a:solidFill>
                <a:latin typeface="Trebuchet MS"/>
                <a:cs typeface="Trebuchet MS"/>
              </a:rPr>
              <a:t>Person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8340" y="1961514"/>
            <a:ext cx="1358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 b="1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02994" y="1870684"/>
            <a:ext cx="293751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2000" b="1">
                <a:latin typeface="Trebuchet MS"/>
                <a:cs typeface="Trebuchet MS"/>
              </a:rPr>
              <a:t>private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Name</a:t>
            </a:r>
            <a:r>
              <a:rPr dirty="0" sz="2000" spc="-1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name; </a:t>
            </a:r>
            <a:r>
              <a:rPr dirty="0" sz="2000" b="1">
                <a:latin typeface="Trebuchet MS"/>
                <a:cs typeface="Trebuchet MS"/>
              </a:rPr>
              <a:t>private</a:t>
            </a:r>
            <a:r>
              <a:rPr dirty="0" sz="2000" spc="-160" b="1"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rebuchet MS"/>
                <a:cs typeface="Trebuchet MS"/>
              </a:rPr>
              <a:t>Address</a:t>
            </a:r>
            <a:r>
              <a:rPr dirty="0" sz="2000" spc="-3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address;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02994" y="2997835"/>
            <a:ext cx="5386705" cy="2647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dirty="0" sz="2000" b="1">
                <a:latin typeface="Trebuchet MS"/>
                <a:cs typeface="Trebuchet MS"/>
              </a:rPr>
              <a:t>public</a:t>
            </a:r>
            <a:r>
              <a:rPr dirty="0" sz="2000" spc="-6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Person(Address1</a:t>
            </a:r>
            <a:r>
              <a:rPr dirty="0" sz="2000" spc="-8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address)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</a:pPr>
            <a:r>
              <a:rPr dirty="0" sz="2000" spc="-50" b="1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  <a:p>
            <a:pPr marL="927100">
              <a:lnSpc>
                <a:spcPts val="1920"/>
              </a:lnSpc>
            </a:pPr>
            <a:r>
              <a:rPr dirty="0" sz="2000" b="1">
                <a:latin typeface="Trebuchet MS"/>
                <a:cs typeface="Trebuchet MS"/>
              </a:rPr>
              <a:t>name1=new</a:t>
            </a:r>
            <a:r>
              <a:rPr dirty="0" sz="2000" spc="-10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Name("Mohamad",</a:t>
            </a:r>
            <a:r>
              <a:rPr dirty="0" sz="2000" spc="-5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"Ali");</a:t>
            </a:r>
            <a:endParaRPr sz="2000">
              <a:latin typeface="Trebuchet MS"/>
              <a:cs typeface="Trebuchet MS"/>
            </a:endParaRPr>
          </a:p>
          <a:p>
            <a:pPr marL="927100">
              <a:lnSpc>
                <a:spcPts val="2160"/>
              </a:lnSpc>
            </a:pPr>
            <a:r>
              <a:rPr dirty="0" sz="2000" spc="-10" b="1">
                <a:latin typeface="Trebuchet MS"/>
                <a:cs typeface="Trebuchet MS"/>
              </a:rPr>
              <a:t>this.address=address;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000" spc="-50" b="1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000" b="1">
                <a:latin typeface="Trebuchet MS"/>
                <a:cs typeface="Trebuchet MS"/>
              </a:rPr>
              <a:t>public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Name </a:t>
            </a:r>
            <a:r>
              <a:rPr dirty="0" sz="2000" spc="-10" b="1">
                <a:latin typeface="Trebuchet MS"/>
                <a:cs typeface="Trebuchet MS"/>
              </a:rPr>
              <a:t>getName()</a:t>
            </a:r>
            <a:endParaRPr sz="2000">
              <a:latin typeface="Trebuchet MS"/>
              <a:cs typeface="Trebuchet MS"/>
            </a:endParaRPr>
          </a:p>
          <a:p>
            <a:pPr marL="12700" marR="2511425">
              <a:lnSpc>
                <a:spcPct val="130000"/>
              </a:lnSpc>
              <a:spcBef>
                <a:spcPts val="5"/>
              </a:spcBef>
              <a:tabLst>
                <a:tab pos="927100" algn="l"/>
                <a:tab pos="2755900" algn="l"/>
              </a:tabLst>
            </a:pPr>
            <a:r>
              <a:rPr dirty="0" sz="2000" spc="-50" b="1">
                <a:latin typeface="Trebuchet MS"/>
                <a:cs typeface="Trebuchet MS"/>
              </a:rPr>
              <a:t>{</a:t>
            </a:r>
            <a:r>
              <a:rPr dirty="0" sz="2000" b="1">
                <a:latin typeface="Trebuchet MS"/>
                <a:cs typeface="Trebuchet MS"/>
              </a:rPr>
              <a:t>	return</a:t>
            </a:r>
            <a:r>
              <a:rPr dirty="0" sz="2000" spc="-60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name;</a:t>
            </a:r>
            <a:r>
              <a:rPr dirty="0" sz="2000" b="1">
                <a:latin typeface="Trebuchet MS"/>
                <a:cs typeface="Trebuchet MS"/>
              </a:rPr>
              <a:t>	</a:t>
            </a:r>
            <a:r>
              <a:rPr dirty="0" sz="2000" spc="-50" b="1">
                <a:latin typeface="Trebuchet MS"/>
                <a:cs typeface="Trebuchet MS"/>
              </a:rPr>
              <a:t>} </a:t>
            </a:r>
            <a:r>
              <a:rPr dirty="0" sz="2000" b="1">
                <a:latin typeface="Trebuchet MS"/>
                <a:cs typeface="Trebuchet MS"/>
              </a:rPr>
              <a:t>public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String</a:t>
            </a:r>
            <a:r>
              <a:rPr dirty="0" sz="2000" spc="-3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toString()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02994" y="5711139"/>
            <a:ext cx="135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17775" y="5711139"/>
            <a:ext cx="458978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dirty="0" sz="2000" b="1">
                <a:latin typeface="Trebuchet MS"/>
                <a:cs typeface="Trebuchet MS"/>
              </a:rPr>
              <a:t>return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'\n'</a:t>
            </a:r>
            <a:r>
              <a:rPr dirty="0" sz="2000" spc="-2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+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name.getFullName()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+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'\n'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160"/>
              </a:lnSpc>
            </a:pPr>
            <a:r>
              <a:rPr dirty="0" sz="2000" spc="-10" b="1">
                <a:latin typeface="Trebuchet MS"/>
                <a:cs typeface="Trebuchet MS"/>
              </a:rPr>
              <a:t>+address.getFullAddress()</a:t>
            </a:r>
            <a:r>
              <a:rPr dirty="0" sz="2000" spc="-55" b="1">
                <a:latin typeface="Trebuchet MS"/>
                <a:cs typeface="Trebuchet MS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+'\n';</a:t>
            </a:r>
            <a:r>
              <a:rPr dirty="0" sz="2000" spc="-10" b="1">
                <a:latin typeface="Trebuchet MS"/>
                <a:cs typeface="Trebuchet MS"/>
              </a:rPr>
              <a:t> </a:t>
            </a:r>
            <a:r>
              <a:rPr dirty="0" sz="2000" spc="-50" b="1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8340" y="6351523"/>
            <a:ext cx="135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41044" y="217424"/>
            <a:ext cx="7094220" cy="9105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Composition</a:t>
            </a:r>
            <a:r>
              <a:rPr dirty="0" sz="2900" spc="-65"/>
              <a:t> </a:t>
            </a:r>
            <a:r>
              <a:rPr dirty="0" sz="2900"/>
              <a:t>Example</a:t>
            </a:r>
            <a:r>
              <a:rPr dirty="0" sz="2900" spc="-20"/>
              <a:t> </a:t>
            </a:r>
            <a:r>
              <a:rPr dirty="0" sz="2900"/>
              <a:t>1</a:t>
            </a:r>
            <a:r>
              <a:rPr dirty="0" sz="2900" spc="-5"/>
              <a:t> </a:t>
            </a:r>
            <a:r>
              <a:rPr dirty="0" sz="2900"/>
              <a:t>–</a:t>
            </a:r>
            <a:r>
              <a:rPr dirty="0" sz="2900" spc="-5"/>
              <a:t> </a:t>
            </a:r>
            <a:r>
              <a:rPr dirty="0" sz="2900">
                <a:solidFill>
                  <a:srgbClr val="0000CC"/>
                </a:solidFill>
              </a:rPr>
              <a:t>Person</a:t>
            </a:r>
            <a:r>
              <a:rPr dirty="0" sz="2900" spc="-5">
                <a:solidFill>
                  <a:srgbClr val="0000CC"/>
                </a:solidFill>
              </a:rPr>
              <a:t> </a:t>
            </a:r>
            <a:r>
              <a:rPr dirty="0" sz="2900"/>
              <a:t>has a</a:t>
            </a:r>
            <a:r>
              <a:rPr dirty="0" sz="2900" spc="-10"/>
              <a:t> </a:t>
            </a:r>
            <a:r>
              <a:rPr dirty="0" sz="2900" spc="-20">
                <a:solidFill>
                  <a:srgbClr val="0000CC"/>
                </a:solidFill>
              </a:rPr>
              <a:t>name </a:t>
            </a:r>
            <a:r>
              <a:rPr dirty="0" sz="2900"/>
              <a:t>and</a:t>
            </a:r>
            <a:r>
              <a:rPr dirty="0" sz="2900" spc="-25"/>
              <a:t> </a:t>
            </a:r>
            <a:r>
              <a:rPr dirty="0" sz="2900"/>
              <a:t>an</a:t>
            </a:r>
            <a:r>
              <a:rPr dirty="0" sz="2900" spc="-5"/>
              <a:t> </a:t>
            </a:r>
            <a:r>
              <a:rPr dirty="0" sz="2900" spc="-10">
                <a:solidFill>
                  <a:srgbClr val="0000CC"/>
                </a:solidFill>
              </a:rPr>
              <a:t>address</a:t>
            </a:r>
            <a:endParaRPr sz="2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28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/>
              <a:t>class</a:t>
            </a:r>
            <a:r>
              <a:rPr dirty="0" spc="-30"/>
              <a:t> </a:t>
            </a:r>
            <a:r>
              <a:rPr dirty="0"/>
              <a:t>TestPerson</a:t>
            </a:r>
            <a:r>
              <a:rPr dirty="0" spc="-30"/>
              <a:t> </a:t>
            </a:r>
            <a:r>
              <a:rPr dirty="0" spc="-50"/>
              <a:t>{</a:t>
            </a:r>
          </a:p>
          <a:p>
            <a:pPr marL="317500">
              <a:lnSpc>
                <a:spcPct val="100000"/>
              </a:lnSpc>
            </a:pPr>
            <a:r>
              <a:rPr dirty="0"/>
              <a:t>public</a:t>
            </a:r>
            <a:r>
              <a:rPr dirty="0" spc="-30"/>
              <a:t> </a:t>
            </a:r>
            <a:r>
              <a:rPr dirty="0"/>
              <a:t>static</a:t>
            </a:r>
            <a:r>
              <a:rPr dirty="0" spc="-30"/>
              <a:t> </a:t>
            </a:r>
            <a:r>
              <a:rPr dirty="0"/>
              <a:t>void</a:t>
            </a:r>
            <a:r>
              <a:rPr dirty="0" spc="-30"/>
              <a:t> </a:t>
            </a:r>
            <a:r>
              <a:rPr dirty="0"/>
              <a:t>main(String</a:t>
            </a:r>
            <a:r>
              <a:rPr dirty="0" spc="-25"/>
              <a:t> </a:t>
            </a:r>
            <a:r>
              <a:rPr dirty="0" spc="-10"/>
              <a:t>args[]){</a:t>
            </a:r>
          </a:p>
          <a:p>
            <a:pPr marL="1842135" marR="5080" indent="-1219835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Address</a:t>
            </a:r>
            <a:r>
              <a:rPr dirty="0" spc="-50">
                <a:solidFill>
                  <a:srgbClr val="FF0000"/>
                </a:solidFill>
              </a:rPr>
              <a:t> </a:t>
            </a:r>
            <a:r>
              <a:rPr dirty="0"/>
              <a:t>add1</a:t>
            </a:r>
            <a:r>
              <a:rPr dirty="0" spc="-25"/>
              <a:t> </a:t>
            </a:r>
            <a:r>
              <a:rPr dirty="0"/>
              <a:t>=</a:t>
            </a:r>
            <a:r>
              <a:rPr dirty="0" spc="-20"/>
              <a:t> </a:t>
            </a:r>
            <a:r>
              <a:rPr dirty="0"/>
              <a:t>new</a:t>
            </a:r>
            <a:r>
              <a:rPr dirty="0" spc="-25"/>
              <a:t> </a:t>
            </a:r>
            <a:r>
              <a:rPr dirty="0"/>
              <a:t>Address("Jalan</a:t>
            </a:r>
            <a:r>
              <a:rPr dirty="0" spc="-25"/>
              <a:t> </a:t>
            </a:r>
            <a:r>
              <a:rPr dirty="0"/>
              <a:t>Pulai</a:t>
            </a:r>
            <a:r>
              <a:rPr dirty="0" spc="-20"/>
              <a:t> </a:t>
            </a:r>
            <a:r>
              <a:rPr dirty="0" spc="-10"/>
              <a:t>13/2", </a:t>
            </a:r>
            <a:r>
              <a:rPr dirty="0"/>
              <a:t>"Skudai",</a:t>
            </a:r>
            <a:r>
              <a:rPr dirty="0" spc="-40"/>
              <a:t> </a:t>
            </a:r>
            <a:r>
              <a:rPr dirty="0"/>
              <a:t>"Johor",</a:t>
            </a:r>
            <a:r>
              <a:rPr dirty="0" spc="-35"/>
              <a:t> </a:t>
            </a:r>
            <a:r>
              <a:rPr dirty="0" spc="-10"/>
              <a:t>"81310");</a:t>
            </a:r>
          </a:p>
          <a:p>
            <a:pPr marL="622300" marR="2292985">
              <a:lnSpc>
                <a:spcPct val="100000"/>
              </a:lnSpc>
            </a:pPr>
            <a:r>
              <a:rPr dirty="0"/>
              <a:t>Person</a:t>
            </a:r>
            <a:r>
              <a:rPr dirty="0" spc="-15"/>
              <a:t> </a:t>
            </a:r>
            <a:r>
              <a:rPr dirty="0"/>
              <a:t>per1</a:t>
            </a:r>
            <a:r>
              <a:rPr dirty="0" spc="-10"/>
              <a:t> </a:t>
            </a:r>
            <a:r>
              <a:rPr dirty="0"/>
              <a:t>=</a:t>
            </a:r>
            <a:r>
              <a:rPr dirty="0" spc="-15"/>
              <a:t> </a:t>
            </a:r>
            <a:r>
              <a:rPr dirty="0"/>
              <a:t>new</a:t>
            </a:r>
            <a:r>
              <a:rPr dirty="0" spc="-10"/>
              <a:t> Person(add1); System.out.println(per1);</a:t>
            </a:r>
          </a:p>
          <a:p>
            <a:pPr marL="317500">
              <a:lnSpc>
                <a:spcPct val="100000"/>
              </a:lnSpc>
            </a:pPr>
            <a:r>
              <a:rPr dirty="0" spc="-50"/>
              <a:t>}</a:t>
            </a:r>
          </a:p>
          <a:p>
            <a:pPr marL="12700">
              <a:lnSpc>
                <a:spcPct val="100000"/>
              </a:lnSpc>
            </a:pPr>
            <a:r>
              <a:rPr dirty="0" spc="-50"/>
              <a:t>}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1044" y="438353"/>
            <a:ext cx="5875020" cy="468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Composition</a:t>
            </a:r>
            <a:r>
              <a:rPr dirty="0" sz="2900" spc="-75"/>
              <a:t> </a:t>
            </a:r>
            <a:r>
              <a:rPr dirty="0" sz="2900"/>
              <a:t>Example</a:t>
            </a:r>
            <a:r>
              <a:rPr dirty="0" sz="2900" spc="-30"/>
              <a:t> </a:t>
            </a:r>
            <a:r>
              <a:rPr dirty="0" sz="2900"/>
              <a:t>1</a:t>
            </a:r>
            <a:r>
              <a:rPr dirty="0" sz="2900" spc="-10"/>
              <a:t> </a:t>
            </a:r>
            <a:r>
              <a:rPr dirty="0" sz="2900"/>
              <a:t>–</a:t>
            </a:r>
            <a:r>
              <a:rPr dirty="0" sz="2900" spc="-60"/>
              <a:t> </a:t>
            </a:r>
            <a:r>
              <a:rPr dirty="0" sz="2900" spc="-10"/>
              <a:t>TestPerson</a:t>
            </a:r>
            <a:endParaRPr sz="2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54575"/>
            <a:ext cx="609600" cy="44450"/>
          </a:xfrm>
          <a:custGeom>
            <a:avLst/>
            <a:gdLst/>
            <a:ahLst/>
            <a:cxnLst/>
            <a:rect l="l" t="t" r="r" b="b"/>
            <a:pathLst>
              <a:path w="609600" h="44450">
                <a:moveTo>
                  <a:pt x="0" y="44450"/>
                </a:moveTo>
                <a:lnTo>
                  <a:pt x="609600" y="44450"/>
                </a:lnTo>
                <a:lnTo>
                  <a:pt x="609600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3300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6150" rIns="0" bIns="0" rtlCol="0" vert="horz">
            <a:spAutoFit/>
          </a:bodyPr>
          <a:lstStyle/>
          <a:p>
            <a:pPr marL="37141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Self-</a:t>
            </a:r>
            <a:r>
              <a:rPr dirty="0" spc="-20"/>
              <a:t>Test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93444" y="1621282"/>
            <a:ext cx="7291705" cy="4076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89062"/>
              <a:buFont typeface="Wingdings"/>
              <a:buChar char=""/>
              <a:tabLst>
                <a:tab pos="354965" algn="l"/>
              </a:tabLst>
            </a:pPr>
            <a:r>
              <a:rPr dirty="0" sz="3200" b="1">
                <a:latin typeface="Arial"/>
                <a:cs typeface="Arial"/>
              </a:rPr>
              <a:t>What</a:t>
            </a:r>
            <a:r>
              <a:rPr dirty="0" sz="3200" spc="-4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is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the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appropriate</a:t>
            </a:r>
            <a:r>
              <a:rPr dirty="0" sz="3200" spc="-5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relationship </a:t>
            </a:r>
            <a:r>
              <a:rPr dirty="0" sz="3200" b="1">
                <a:latin typeface="Arial"/>
                <a:cs typeface="Arial"/>
              </a:rPr>
              <a:t>for</a:t>
            </a:r>
            <a:r>
              <a:rPr dirty="0" sz="3200" spc="-4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the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following</a:t>
            </a:r>
            <a:r>
              <a:rPr dirty="0" sz="3200" spc="-5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classes:</a:t>
            </a:r>
            <a:endParaRPr sz="32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690"/>
              </a:spcBef>
              <a:buClr>
                <a:srgbClr val="CCCC99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dirty="0" sz="2800" b="1">
                <a:latin typeface="Arial"/>
                <a:cs typeface="Arial"/>
              </a:rPr>
              <a:t>Company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and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Employee</a:t>
            </a:r>
            <a:endParaRPr sz="28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670"/>
              </a:spcBef>
              <a:buClr>
                <a:srgbClr val="CCCC99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dirty="0" sz="2800" b="1">
                <a:latin typeface="Arial"/>
                <a:cs typeface="Arial"/>
              </a:rPr>
              <a:t>Faculty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and</a:t>
            </a:r>
            <a:r>
              <a:rPr dirty="0" sz="2800" spc="-5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Course</a:t>
            </a:r>
            <a:endParaRPr sz="28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dirty="0" sz="2800" b="1">
                <a:latin typeface="Arial"/>
                <a:cs typeface="Arial"/>
              </a:rPr>
              <a:t>Customer</a:t>
            </a:r>
            <a:r>
              <a:rPr dirty="0" sz="2800" spc="-8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and</a:t>
            </a:r>
            <a:r>
              <a:rPr dirty="0" sz="2800" spc="-8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Product</a:t>
            </a:r>
            <a:endParaRPr sz="28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670"/>
              </a:spcBef>
              <a:buClr>
                <a:srgbClr val="CCCC99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dirty="0" sz="2800" b="1">
                <a:latin typeface="Arial"/>
                <a:cs typeface="Arial"/>
              </a:rPr>
              <a:t>Student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and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Matric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Number</a:t>
            </a:r>
            <a:endParaRPr sz="28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dirty="0" sz="2800" b="1">
                <a:latin typeface="Arial"/>
                <a:cs typeface="Arial"/>
              </a:rPr>
              <a:t>Employee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and</a:t>
            </a:r>
            <a:r>
              <a:rPr dirty="0" sz="2800" spc="-11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Address</a:t>
            </a:r>
            <a:endParaRPr sz="2800">
              <a:latin typeface="Arial"/>
              <a:cs typeface="Arial"/>
            </a:endParaRPr>
          </a:p>
          <a:p>
            <a:pPr lvl="1" marL="755015" indent="-285750">
              <a:lnSpc>
                <a:spcPct val="100000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dirty="0" sz="2800" b="1">
                <a:latin typeface="Arial"/>
                <a:cs typeface="Arial"/>
              </a:rPr>
              <a:t>House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and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 spc="-20" b="1">
                <a:latin typeface="Arial"/>
                <a:cs typeface="Arial"/>
              </a:rPr>
              <a:t>Door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42452" y="6279591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31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Norazah</dc:creator>
  <dc:title>PowerPoint Presentation</dc:title>
  <dcterms:created xsi:type="dcterms:W3CDTF">2024-06-07T09:11:42Z</dcterms:created>
  <dcterms:modified xsi:type="dcterms:W3CDTF">2024-06-07T09:11:42Z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2013-04-01T00:00:00Z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2024-06-07T00:00:00Z</vt:filetime>
  </property>
  <property fmtid="{D5CDD505-2E9C-101B-9397-08002B2CF9AE}" pid="5" name="Producer">
    <vt:lpwstr>Microsoft® Office PowerPoint® 2007</vt:lpwstr>
  </property>
</Properties>
</file>